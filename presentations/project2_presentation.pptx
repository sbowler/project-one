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presProps.xml" ContentType="application/vnd.openxmlformats-officedocument.presentationml.presProps+xml"/>
  <Override PartName="/ppt/media/image2.svg" ContentType="image/svg"/>
  <Override PartName="/ppt/media/image4.svg" ContentType="image/svg"/>
  <Override PartName="/ppt/slides/slide12.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Lst>
  <p:sldSz cx="10080625" cy="567055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ueprint Plans">
    <p:bg>
      <p:bgPr>
        <a:solidFill>
          <a:srgbClr val="FFFFFF"/>
        </a:solidFill>
      </p:bgPr>
    </p:bg>
    <p:spTree>
      <p:nvGrpSpPr>
        <p:cNvPr id="1" name=""/>
        <p:cNvGrpSpPr/>
        <p:nvPr/>
      </p:nvGrpSpPr>
      <p:grpSpPr>
        <a:xfrm>
          <a:off x="0" y="0"/>
          <a:ext cx="0" cy="0"/>
          <a:chOff x="0" y="0"/>
          <a:chExt cx="0" cy="0"/>
        </a:xfrm>
      </p:grpSpPr>
      <p:pic>
        <p:nvPicPr>
          <p:cNvPr id="2" name="Graphic 1"/>
          <p:cNvPicPr/>
          <p:nvPr/>
        </p:nvPicPr>
        <p:blipFill>
          <a:blip r:embed="rId2">
            <a:extLst>
              <a:ext uri="{96DAC541-7B7A-43D3-8B79-37D633B846F1}">
                <asvg:svgBlip xmlns:asvg="http://schemas.microsoft.com/office/drawing/2016/SVG/main" r:embed="rId3"/>
              </a:ext>
            </a:extLst>
          </a:blip>
          <a:stretch/>
        </p:blipFill>
        <p:spPr>
          <a:xfrm>
            <a:off x="0" y="0"/>
            <a:ext cx="10079640" cy="5669640"/>
          </a:xfrm>
          <a:prstGeom prst="rect">
            <a:avLst/>
          </a:prstGeom>
          <a:noFill/>
          <a:ln w="18000">
            <a:noFill/>
          </a:ln>
        </p:spPr>
      </p:pic>
      <p:sp>
        <p:nvSpPr>
          <p:cNvPr id="3" name="PlaceHolder 1"/>
          <p:cNvSpPr>
            <a:spLocks noGrp="1"/>
          </p:cNvSpPr>
          <p:nvPr>
            <p:ph type="title"/>
          </p:nvPr>
        </p:nvSpPr>
        <p:spPr>
          <a:xfrm>
            <a:off x="504000" y="810000"/>
            <a:ext cx="9071640" cy="1295640"/>
          </a:xfrm>
          <a:prstGeom prst="rect">
            <a:avLst/>
          </a:prstGeom>
          <a:noFill/>
          <a:ln w="0">
            <a:noFill/>
          </a:ln>
        </p:spPr>
        <p:txBody>
          <a:bodyPr lIns="0" tIns="0" rIns="0" bIns="0" anchor="ctr">
            <a:noAutofit/>
          </a:bodyPr>
          <a:lstStyle>
            <a:lvl1pPr indent="0" algn="ctr" defTabSz="914400">
              <a:lnSpc>
                <a:spcPct val="90000"/>
              </a:lnSpc>
              <a:buNone/>
              <a:tabLst>
                <a:tab pos="0" algn="l"/>
              </a:tabLst>
              <a:defRPr lang="en-US" sz="4400" b="0" u="none" strike="noStrike">
                <a:solidFill>
                  <a:srgbClr val="FFFFFF"/>
                </a:solidFill>
                <a:effectLst/>
                <a:uFillTx/>
                <a:latin typeface="Arial"/>
                <a:ea typeface="DejaVu Sans"/>
              </a:defRPr>
            </a:lvl1pPr>
          </a:lstStyle>
          <a:p>
            <a:pPr indent="0" algn="ctr" defTabSz="914400">
              <a:lnSpc>
                <a:spcPct val="90000"/>
              </a:lnSpc>
              <a:buNone/>
              <a:tabLst>
                <a:tab pos="0" algn="l"/>
              </a:tabLst>
            </a:pPr>
            <a:r>
              <a:rPr lang="en-US" sz="4400" b="0" u="none" strike="noStrike">
                <a:solidFill>
                  <a:srgbClr val="FFFFFF"/>
                </a:solidFill>
                <a:effectLst/>
                <a:uFillTx/>
                <a:latin typeface="Arial"/>
                <a:ea typeface="DejaVu Sans"/>
              </a:rPr>
              <a:t>Click to </a:t>
            </a:r>
            <a:r>
              <a:rPr lang="en-US" sz="4400" b="0" u="none" strike="noStrike">
                <a:solidFill>
                  <a:srgbClr val="FFFFFF"/>
                </a:solidFill>
                <a:effectLst/>
                <a:uFillTx/>
                <a:latin typeface="Arial"/>
                <a:ea typeface="DejaVu Sans"/>
              </a:rPr>
              <a:t>edit the </a:t>
            </a:r>
            <a:r>
              <a:rPr lang="en-US" sz="4400" b="0" u="none" strike="noStrike">
                <a:solidFill>
                  <a:srgbClr val="FFFFFF"/>
                </a:solidFill>
                <a:effectLst/>
                <a:uFillTx/>
                <a:latin typeface="Arial"/>
                <a:ea typeface="DejaVu Sans"/>
              </a:rPr>
              <a:t>title text </a:t>
            </a:r>
            <a:r>
              <a:rPr lang="en-US" sz="4400" b="0" u="none" strike="noStrike">
                <a:solidFill>
                  <a:srgbClr val="FFFFFF"/>
                </a:solidFill>
                <a:effectLst/>
                <a:uFillTx/>
                <a:latin typeface="Arial"/>
                <a:ea typeface="DejaVu Sans"/>
              </a:rPr>
              <a:t>format</a:t>
            </a:r>
            <a:endParaRPr lang="en-US" sz="4400" b="0" u="none" strike="noStrike">
              <a:solidFill>
                <a:srgbClr val="FFFFFF"/>
              </a:solidFill>
              <a:effectLst/>
              <a:uFillTx/>
              <a:latin typeface="Arial"/>
            </a:endParaRPr>
          </a:p>
        </p:txBody>
      </p:sp>
      <p:sp>
        <p:nvSpPr>
          <p:cNvPr id="4" name="PlaceHolder 2"/>
          <p:cNvSpPr>
            <a:spLocks noGrp="1"/>
          </p:cNvSpPr>
          <p:nvPr>
            <p:ph type="body"/>
          </p:nvPr>
        </p:nvSpPr>
        <p:spPr>
          <a:xfrm>
            <a:off x="504000" y="2376000"/>
            <a:ext cx="9071640" cy="2753640"/>
          </a:xfrm>
          <a:prstGeom prst="rect">
            <a:avLst/>
          </a:prstGeom>
          <a:noFill/>
          <a:ln w="0">
            <a:noFill/>
          </a:ln>
        </p:spPr>
        <p:txBody>
          <a:bodyPr lIns="0" tIns="0" rIns="0" bIns="0" anchor="t">
            <a:normAutofit/>
          </a:bodyPr>
          <a:lstStyle>
            <a:lvl1pPr algn="l" defTabSz="914400">
              <a:lnSpc>
                <a:spcPct val="90000"/>
              </a:lnSpc>
              <a:spcBef>
                <a:spcPts val="1414"/>
              </a:spcBef>
              <a:buClr>
                <a:srgbClr val="FFFFFF"/>
              </a:buClr>
              <a:buSzPct val="45000"/>
              <a:buFont typeface="Wingdings" charset="2"/>
              <a:buChar char=""/>
              <a:defRPr lang="en-US" sz="3200" b="0" u="none" strike="noStrike">
                <a:solidFill>
                  <a:srgbClr val="FFFFFF"/>
                </a:solidFill>
                <a:effectLst/>
                <a:uFillTx/>
                <a:latin typeface="Arial"/>
                <a:ea typeface="DejaVu Sans"/>
              </a:defRPr>
            </a:lvl1pPr>
            <a:lvl2pPr lvl="1" algn="l" defTabSz="914400">
              <a:lnSpc>
                <a:spcPct val="90000"/>
              </a:lnSpc>
              <a:spcBef>
                <a:spcPts val="1134"/>
              </a:spcBef>
              <a:buClr>
                <a:srgbClr val="FFFFFF"/>
              </a:buClr>
              <a:buSzPct val="75000"/>
              <a:buFont typeface="Symbol" charset="2"/>
              <a:buChar char=""/>
              <a:defRPr lang="en-US" sz="2400" b="0" u="none" strike="noStrike">
                <a:solidFill>
                  <a:srgbClr val="FFFFFF"/>
                </a:solidFill>
                <a:effectLst/>
                <a:uFillTx/>
                <a:latin typeface="Arial"/>
                <a:ea typeface="DejaVu Sans"/>
              </a:defRPr>
            </a:lvl2pPr>
            <a:lvl3pPr lvl="2" algn="l" defTabSz="914400">
              <a:lnSpc>
                <a:spcPct val="90000"/>
              </a:lnSpc>
              <a:spcBef>
                <a:spcPts val="850"/>
              </a:spcBef>
              <a:buClr>
                <a:srgbClr val="FFFFFF"/>
              </a:buClr>
              <a:buSzPct val="45000"/>
              <a:buFont typeface="Wingdings" charset="2"/>
              <a:buChar char=""/>
              <a:defRPr lang="en-US" sz="1800" b="0" u="none" strike="noStrike">
                <a:solidFill>
                  <a:srgbClr val="FFFFFF"/>
                </a:solidFill>
                <a:effectLst/>
                <a:uFillTx/>
                <a:latin typeface="Arial"/>
                <a:ea typeface="DejaVu Sans"/>
              </a:defRPr>
            </a:lvl3pPr>
            <a:lvl4pPr lvl="3" algn="l" defTabSz="914400">
              <a:lnSpc>
                <a:spcPct val="90000"/>
              </a:lnSpc>
              <a:spcBef>
                <a:spcPts val="567"/>
              </a:spcBef>
              <a:buClr>
                <a:srgbClr val="FFFFFF"/>
              </a:buClr>
              <a:buSzPct val="75000"/>
              <a:buFont typeface="Symbol" charset="2"/>
              <a:buChar char=""/>
              <a:defRPr lang="en-US" sz="1500" b="0" u="none" strike="noStrike">
                <a:solidFill>
                  <a:srgbClr val="FFFFFF"/>
                </a:solidFill>
                <a:effectLst/>
                <a:uFillTx/>
                <a:latin typeface="Arial"/>
                <a:ea typeface="DejaVu Sans"/>
              </a:defRPr>
            </a:lvl4pPr>
            <a:lvl5pPr lvl="4" algn="l" defTabSz="914400">
              <a:lnSpc>
                <a:spcPct val="90000"/>
              </a:lnSpc>
              <a:spcBef>
                <a:spcPts val="283"/>
              </a:spcBef>
              <a:buClr>
                <a:srgbClr val="FFFFFF"/>
              </a:buClr>
              <a:buSzPct val="45000"/>
              <a:buFont typeface="Wingdings" charset="2"/>
              <a:buChar char=""/>
              <a:defRPr lang="en-US" sz="1500" b="0" u="none" strike="noStrike">
                <a:solidFill>
                  <a:srgbClr val="FFFFFF"/>
                </a:solidFill>
                <a:effectLst/>
                <a:uFillTx/>
                <a:latin typeface="Arial"/>
                <a:ea typeface="DejaVu Sans"/>
              </a:defRPr>
            </a:lvl5pPr>
            <a:lvl6pPr lvl="5" algn="l" defTabSz="914400">
              <a:lnSpc>
                <a:spcPct val="90000"/>
              </a:lnSpc>
              <a:spcBef>
                <a:spcPts val="283"/>
              </a:spcBef>
              <a:buClr>
                <a:srgbClr val="FFFFFF"/>
              </a:buClr>
              <a:buSzPct val="45000"/>
              <a:buFont typeface="Wingdings" charset="2"/>
              <a:buChar char=""/>
              <a:defRPr lang="en-US" sz="1500" b="0" u="none" strike="noStrike">
                <a:solidFill>
                  <a:srgbClr val="FFFFFF"/>
                </a:solidFill>
                <a:effectLst/>
                <a:uFillTx/>
                <a:latin typeface="Arial"/>
                <a:ea typeface="DejaVu Sans"/>
              </a:defRPr>
            </a:lvl6pPr>
            <a:lvl7pPr lvl="6" algn="l" defTabSz="914400">
              <a:lnSpc>
                <a:spcPct val="90000"/>
              </a:lnSpc>
              <a:spcBef>
                <a:spcPts val="283"/>
              </a:spcBef>
              <a:buClr>
                <a:srgbClr val="FFFFFF"/>
              </a:buClr>
              <a:buSzPct val="45000"/>
              <a:buFont typeface="Wingdings" charset="2"/>
              <a:buChar char=""/>
              <a:defRPr lang="en-US" sz="1500" b="0" u="none" strike="noStrike">
                <a:solidFill>
                  <a:srgbClr val="FFFFFF"/>
                </a:solidFill>
                <a:effectLst/>
                <a:uFillTx/>
                <a:latin typeface="Arial"/>
                <a:ea typeface="DejaVu Sans"/>
              </a:defRPr>
            </a:lvl7pPr>
          </a:lstStyle>
          <a:p>
            <a:pPr marL="432000" indent="-324000" algn="l" defTabSz="914400">
              <a:lnSpc>
                <a:spcPct val="90000"/>
              </a:lnSpc>
              <a:spcBef>
                <a:spcPts val="1414"/>
              </a:spcBef>
              <a:buClr>
                <a:srgbClr val="FFFFFF"/>
              </a:buClr>
              <a:buSzPct val="45000"/>
              <a:buFont typeface="Wingdings" charset="2"/>
              <a:buChar char=""/>
            </a:pPr>
            <a:r>
              <a:rPr lang="en-US" sz="3200" b="0" u="none" strike="noStrike">
                <a:solidFill>
                  <a:srgbClr val="FFFFFF"/>
                </a:solidFill>
                <a:effectLst/>
                <a:uFillTx/>
                <a:latin typeface="Arial"/>
                <a:ea typeface="DejaVu Sans"/>
              </a:rPr>
              <a:t>Click to edit the outline text format</a:t>
            </a:r>
            <a:endParaRPr lang="en-US" sz="3200" b="0" u="none" strike="noStrike">
              <a:solidFill>
                <a:srgbClr val="FFFFFF"/>
              </a:solidFill>
              <a:effectLst/>
              <a:uFillTx/>
              <a:latin typeface="Arial"/>
            </a:endParaRPr>
          </a:p>
          <a:p>
            <a:pPr marL="864000" lvl="1" indent="-324000" algn="l" defTabSz="914400">
              <a:lnSpc>
                <a:spcPct val="90000"/>
              </a:lnSpc>
              <a:spcBef>
                <a:spcPts val="1134"/>
              </a:spcBef>
              <a:buClr>
                <a:srgbClr val="FFFFFF"/>
              </a:buClr>
              <a:buSzPct val="75000"/>
              <a:buFont typeface="Symbol" charset="2"/>
              <a:buChar char=""/>
            </a:pPr>
            <a:r>
              <a:rPr lang="en-US" sz="2400" b="0" u="none" strike="noStrike">
                <a:solidFill>
                  <a:srgbClr val="FFFFFF"/>
                </a:solidFill>
                <a:effectLst/>
                <a:uFillTx/>
                <a:latin typeface="Arial"/>
                <a:ea typeface="DejaVu Sans"/>
              </a:rPr>
              <a:t>Second Outline Level</a:t>
            </a:r>
            <a:endParaRPr lang="en-US" sz="2400" b="0" u="none" strike="noStrike">
              <a:solidFill>
                <a:srgbClr val="FFFFFF"/>
              </a:solidFill>
              <a:effectLst/>
              <a:uFillTx/>
              <a:latin typeface="Arial"/>
            </a:endParaRPr>
          </a:p>
          <a:p>
            <a:pPr marL="1296000" lvl="2" indent="-288000" algn="l" defTabSz="914400">
              <a:lnSpc>
                <a:spcPct val="90000"/>
              </a:lnSpc>
              <a:spcBef>
                <a:spcPts val="850"/>
              </a:spcBef>
              <a:buClr>
                <a:srgbClr val="FFFFFF"/>
              </a:buClr>
              <a:buSzPct val="45000"/>
              <a:buFont typeface="Wingdings" charset="2"/>
              <a:buChar char=""/>
            </a:pPr>
            <a:r>
              <a:rPr lang="en-US" sz="1800" b="0" u="none" strike="noStrike">
                <a:solidFill>
                  <a:srgbClr val="FFFFFF"/>
                </a:solidFill>
                <a:effectLst/>
                <a:uFillTx/>
                <a:latin typeface="Arial"/>
                <a:ea typeface="DejaVu Sans"/>
              </a:rPr>
              <a:t>Third Outline Level</a:t>
            </a:r>
            <a:endParaRPr lang="en-US" sz="1800" b="0" u="none" strike="noStrike">
              <a:solidFill>
                <a:srgbClr val="FFFFFF"/>
              </a:solidFill>
              <a:effectLst/>
              <a:uFillTx/>
              <a:latin typeface="Arial"/>
            </a:endParaRPr>
          </a:p>
          <a:p>
            <a:pPr marL="1728000" lvl="3" indent="-216000" algn="l" defTabSz="914400">
              <a:lnSpc>
                <a:spcPct val="90000"/>
              </a:lnSpc>
              <a:spcBef>
                <a:spcPts val="567"/>
              </a:spcBef>
              <a:buClr>
                <a:srgbClr val="FFFFFF"/>
              </a:buClr>
              <a:buSzPct val="75000"/>
              <a:buFont typeface="Symbol" charset="2"/>
              <a:buChar char=""/>
            </a:pPr>
            <a:r>
              <a:rPr lang="en-US" sz="1500" b="0" u="none" strike="noStrike">
                <a:solidFill>
                  <a:srgbClr val="FFFFFF"/>
                </a:solidFill>
                <a:effectLst/>
                <a:uFillTx/>
                <a:latin typeface="Arial"/>
                <a:ea typeface="DejaVu Sans"/>
              </a:rPr>
              <a:t>Fourth Outline Level</a:t>
            </a:r>
            <a:endParaRPr lang="en-US" sz="1500" b="0" u="none" strike="noStrike">
              <a:solidFill>
                <a:srgbClr val="FFFFFF"/>
              </a:solidFill>
              <a:effectLst/>
              <a:uFillTx/>
              <a:latin typeface="Arial"/>
            </a:endParaRPr>
          </a:p>
          <a:p>
            <a:pPr marL="2160000" lvl="4" indent="-216000" algn="l" defTabSz="914400">
              <a:lnSpc>
                <a:spcPct val="90000"/>
              </a:lnSpc>
              <a:spcBef>
                <a:spcPts val="283"/>
              </a:spcBef>
              <a:buClr>
                <a:srgbClr val="FFFFFF"/>
              </a:buClr>
              <a:buSzPct val="45000"/>
              <a:buFont typeface="Wingdings" charset="2"/>
              <a:buChar char=""/>
            </a:pPr>
            <a:r>
              <a:rPr lang="en-US" sz="1500" b="0" u="none" strike="noStrike">
                <a:solidFill>
                  <a:srgbClr val="FFFFFF"/>
                </a:solidFill>
                <a:effectLst/>
                <a:uFillTx/>
                <a:latin typeface="Arial"/>
                <a:ea typeface="DejaVu Sans"/>
              </a:rPr>
              <a:t>Fifth Outline Level</a:t>
            </a:r>
            <a:endParaRPr lang="en-US" sz="1500" b="0" u="none" strike="noStrike">
              <a:solidFill>
                <a:srgbClr val="FFFFFF"/>
              </a:solidFill>
              <a:effectLst/>
              <a:uFillTx/>
              <a:latin typeface="Arial"/>
            </a:endParaRPr>
          </a:p>
          <a:p>
            <a:pPr marL="2592000" lvl="5" indent="-216000" algn="l" defTabSz="914400">
              <a:lnSpc>
                <a:spcPct val="90000"/>
              </a:lnSpc>
              <a:spcBef>
                <a:spcPts val="283"/>
              </a:spcBef>
              <a:buClr>
                <a:srgbClr val="FFFFFF"/>
              </a:buClr>
              <a:buSzPct val="45000"/>
              <a:buFont typeface="Wingdings" charset="2"/>
              <a:buChar char=""/>
            </a:pPr>
            <a:r>
              <a:rPr lang="en-US" sz="1500" b="0" u="none" strike="noStrike">
                <a:solidFill>
                  <a:srgbClr val="FFFFFF"/>
                </a:solidFill>
                <a:effectLst/>
                <a:uFillTx/>
                <a:latin typeface="Arial"/>
                <a:ea typeface="DejaVu Sans"/>
              </a:rPr>
              <a:t>Sixth Outline Level</a:t>
            </a:r>
            <a:endParaRPr lang="en-US" sz="1500" b="0" u="none" strike="noStrike">
              <a:solidFill>
                <a:srgbClr val="FFFFFF"/>
              </a:solidFill>
              <a:effectLst/>
              <a:uFillTx/>
              <a:latin typeface="Arial"/>
            </a:endParaRPr>
          </a:p>
          <a:p>
            <a:pPr marL="3024000" lvl="6" indent="-216000" algn="l" defTabSz="914400">
              <a:lnSpc>
                <a:spcPct val="90000"/>
              </a:lnSpc>
              <a:spcBef>
                <a:spcPts val="283"/>
              </a:spcBef>
              <a:buClr>
                <a:srgbClr val="FFFFFF"/>
              </a:buClr>
              <a:buSzPct val="45000"/>
              <a:buFont typeface="Wingdings" charset="2"/>
              <a:buChar char=""/>
            </a:pPr>
            <a:r>
              <a:rPr lang="en-US" sz="1500" b="0" u="none" strike="noStrike">
                <a:solidFill>
                  <a:srgbClr val="FFFFFF"/>
                </a:solidFill>
                <a:effectLst/>
                <a:uFillTx/>
                <a:latin typeface="Arial"/>
                <a:ea typeface="DejaVu Sans"/>
              </a:rPr>
              <a:t>Seventh Outline Level</a:t>
            </a:r>
            <a:endParaRPr lang="en-US" sz="1500" b="0" u="none" strike="noStrike">
              <a:solidFill>
                <a:srgbClr val="FFFFFF"/>
              </a:solidFill>
              <a:effectLst/>
              <a:uFillTx/>
              <a:latin typeface="Arial"/>
            </a:endParaRPr>
          </a:p>
        </p:txBody>
      </p:sp>
      <p:sp>
        <p:nvSpPr>
          <p:cNvPr id="5" name="PlaceHolder 3"/>
          <p:cNvSpPr>
            <a:spLocks noGrp="1"/>
          </p:cNvSpPr>
          <p:nvPr>
            <p:ph type="dt" idx="1"/>
          </p:nvPr>
        </p:nvSpPr>
        <p:spPr>
          <a:xfrm>
            <a:off x="504000" y="5164920"/>
            <a:ext cx="2347920" cy="390240"/>
          </a:xfrm>
          <a:prstGeom prst="rect">
            <a:avLst/>
          </a:prstGeom>
          <a:noFill/>
          <a:ln w="0">
            <a:noFill/>
          </a:ln>
        </p:spPr>
        <p:txBody>
          <a:bodyPr lIns="0" tIns="0" rIns="0" bIns="0" anchor="t">
            <a:noAutofit/>
          </a:bodyPr>
          <a:lstStyle>
            <a:lvl1pPr indent="0" algn="l" defTabSz="914400">
              <a:lnSpc>
                <a:spcPct val="100000"/>
              </a:lnSpc>
              <a:buNone/>
              <a:tabLst>
                <a:tab pos="0" algn="l"/>
              </a:tabLst>
              <a:defRPr lang="en-US" sz="1400" b="0" u="none" strike="noStrike">
                <a:solidFill>
                  <a:srgbClr val="FFFFFF"/>
                </a:solidFill>
                <a:effectLst/>
                <a:uFillTx/>
                <a:latin typeface="Arial"/>
                <a:ea typeface="DejaVu Sans"/>
              </a:defRPr>
            </a:lvl1pPr>
          </a:lstStyle>
          <a:p>
            <a:pPr indent="0" algn="l" defTabSz="914400">
              <a:lnSpc>
                <a:spcPct val="100000"/>
              </a:lnSpc>
              <a:buNone/>
              <a:tabLst>
                <a:tab pos="0" algn="l"/>
              </a:tabLst>
            </a:pPr>
            <a:r>
              <a:rPr lang="en-US" sz="1400" b="0" u="none" strike="noStrike">
                <a:solidFill>
                  <a:srgbClr val="FFFFFF"/>
                </a:solidFill>
                <a:effectLst/>
                <a:uFillTx/>
                <a:latin typeface="Arial"/>
                <a:ea typeface="DejaVu Sans"/>
              </a:rPr>
              <a:t>&lt;date/time&gt;</a:t>
            </a:r>
            <a:endParaRPr lang="en-US" sz="1400" b="0" u="none" strike="noStrike">
              <a:solidFill>
                <a:srgbClr val="000000"/>
              </a:solidFill>
              <a:effectLst/>
              <a:uFillTx/>
              <a:latin typeface="Times New Roman"/>
            </a:endParaRPr>
          </a:p>
        </p:txBody>
      </p:sp>
      <p:sp>
        <p:nvSpPr>
          <p:cNvPr id="6" name="PlaceHolder 4"/>
          <p:cNvSpPr>
            <a:spLocks noGrp="1"/>
          </p:cNvSpPr>
          <p:nvPr>
            <p:ph type="ftr" idx="2"/>
          </p:nvPr>
        </p:nvSpPr>
        <p:spPr>
          <a:xfrm>
            <a:off x="3447360" y="5164920"/>
            <a:ext cx="3194640" cy="390240"/>
          </a:xfrm>
          <a:prstGeom prst="rect">
            <a:avLst/>
          </a:prstGeom>
          <a:noFill/>
          <a:ln w="0">
            <a:noFill/>
          </a:ln>
        </p:spPr>
        <p:txBody>
          <a:bodyPr lIns="0" tIns="0" rIns="0" bIns="0" anchor="t">
            <a:noAutofit/>
          </a:bodyPr>
          <a:lstStyle>
            <a:lvl1pPr indent="0" algn="ctr" defTabSz="914400">
              <a:lnSpc>
                <a:spcPct val="100000"/>
              </a:lnSpc>
              <a:buNone/>
              <a:tabLst>
                <a:tab pos="0" algn="l"/>
              </a:tabLst>
              <a:defRPr lang="en-US" sz="1400" b="0" u="none" strike="noStrike">
                <a:solidFill>
                  <a:srgbClr val="FFFFFF"/>
                </a:solidFill>
                <a:effectLst/>
                <a:uFillTx/>
                <a:latin typeface="Arial"/>
                <a:ea typeface="DejaVu Sans"/>
              </a:defRPr>
            </a:lvl1pPr>
          </a:lstStyle>
          <a:p>
            <a:pPr indent="0" algn="ctr" defTabSz="914400">
              <a:lnSpc>
                <a:spcPct val="100000"/>
              </a:lnSpc>
              <a:buNone/>
              <a:tabLst>
                <a:tab pos="0" algn="l"/>
              </a:tabLst>
            </a:pPr>
            <a:r>
              <a:rPr lang="en-US" sz="1400" b="0" u="none" strike="noStrike">
                <a:solidFill>
                  <a:srgbClr val="FFFFFF"/>
                </a:solidFill>
                <a:effectLst/>
                <a:uFillTx/>
                <a:latin typeface="Arial"/>
                <a:ea typeface="DejaVu Sans"/>
              </a:rPr>
              <a:t>&lt;footer&gt;</a:t>
            </a:r>
            <a:endParaRPr lang="en-US" sz="1400" b="0" u="none" strike="noStrike">
              <a:solidFill>
                <a:srgbClr val="000000"/>
              </a:solidFill>
              <a:effectLst/>
              <a:uFillTx/>
              <a:latin typeface="Times New Roman"/>
            </a:endParaRPr>
          </a:p>
        </p:txBody>
      </p:sp>
      <p:sp>
        <p:nvSpPr>
          <p:cNvPr id="7" name="PlaceHolder 5"/>
          <p:cNvSpPr>
            <a:spLocks noGrp="1"/>
          </p:cNvSpPr>
          <p:nvPr>
            <p:ph type="sldNum" idx="3"/>
          </p:nvPr>
        </p:nvSpPr>
        <p:spPr>
          <a:xfrm>
            <a:off x="7227360" y="5164920"/>
            <a:ext cx="2347920" cy="390240"/>
          </a:xfrm>
          <a:prstGeom prst="rect">
            <a:avLst/>
          </a:prstGeom>
          <a:noFill/>
          <a:ln w="0">
            <a:noFill/>
          </a:ln>
        </p:spPr>
        <p:txBody>
          <a:bodyPr lIns="0" tIns="0" rIns="0" bIns="0" anchor="t">
            <a:noAutofit/>
          </a:bodyPr>
          <a:lstStyle>
            <a:lvl1pPr indent="0" algn="r" defTabSz="914400">
              <a:lnSpc>
                <a:spcPct val="100000"/>
              </a:lnSpc>
              <a:buNone/>
              <a:tabLst>
                <a:tab pos="0" algn="l"/>
              </a:tabLst>
              <a:defRPr lang="en-US" sz="1400" b="0" u="none" strike="noStrike">
                <a:solidFill>
                  <a:srgbClr val="FFFFFF"/>
                </a:solidFill>
                <a:effectLst/>
                <a:uFillTx/>
                <a:latin typeface="Arial"/>
                <a:ea typeface="DejaVu Sans"/>
              </a:defRPr>
            </a:lvl1pPr>
          </a:lstStyle>
          <a:p>
            <a:pPr indent="0" algn="r" defTabSz="914400">
              <a:lnSpc>
                <a:spcPct val="100000"/>
              </a:lnSpc>
              <a:buNone/>
              <a:tabLst>
                <a:tab pos="0" algn="l"/>
              </a:tabLst>
            </a:pPr>
            <a:fld id="{F3A11C9A-C516-44C5-BF63-3E32968FC90B}" type="slidenum">
              <a:rPr lang="en-US" sz="1400" b="0" u="none" strike="noStrike">
                <a:solidFill>
                  <a:srgbClr val="FFFFFF"/>
                </a:solidFill>
                <a:effectLst/>
                <a:uFillTx/>
                <a:latin typeface="Arial"/>
                <a:ea typeface="DejaVu Sans"/>
              </a:rPr>
              <a:t>&lt;number&gt;</a:t>
            </a:fld>
            <a:endParaRPr lang="en-US" sz="14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solidFill>
          <a:srgbClr val="FFFFFF"/>
        </a:solidFill>
      </p:bgPr>
    </p:bg>
    <p:spTree>
      <p:nvGrpSpPr>
        <p:cNvPr id="1" name=""/>
        <p:cNvGrpSpPr/>
        <p:nvPr/>
      </p:nvGrpSpPr>
      <p:grpSpPr>
        <a:xfrm>
          <a:off x="0" y="0"/>
          <a:ext cx="0" cy="0"/>
          <a:chOff x="0" y="0"/>
          <a:chExt cx="0" cy="0"/>
        </a:xfrm>
      </p:grpSpPr>
      <p:pic>
        <p:nvPicPr>
          <p:cNvPr id="8" name="Graphic 7"/>
          <p:cNvPicPr/>
          <p:nvPr/>
        </p:nvPicPr>
        <p:blipFill>
          <a:blip r:embed="rId2">
            <a:extLst>
              <a:ext uri="{96DAC541-7B7A-43D3-8B79-37D633B846F1}">
                <asvg:svgBlip xmlns:asvg="http://schemas.microsoft.com/office/drawing/2016/SVG/main" r:embed="rId3"/>
              </a:ext>
            </a:extLst>
          </a:blip>
          <a:stretch/>
        </p:blipFill>
        <p:spPr>
          <a:xfrm>
            <a:off x="0" y="0"/>
            <a:ext cx="10079640" cy="5669640"/>
          </a:xfrm>
          <a:prstGeom prst="rect">
            <a:avLst/>
          </a:prstGeom>
          <a:noFill/>
          <a:ln w="18000">
            <a:noFill/>
          </a:ln>
        </p:spPr>
      </p:pic>
      <p:sp>
        <p:nvSpPr>
          <p:cNvPr id="9" name="PlaceHolder 1"/>
          <p:cNvSpPr>
            <a:spLocks noGrp="1"/>
          </p:cNvSpPr>
          <p:nvPr>
            <p:ph type="title"/>
          </p:nvPr>
        </p:nvSpPr>
        <p:spPr>
          <a:xfrm>
            <a:off x="504000" y="810000"/>
            <a:ext cx="9071640" cy="1295640"/>
          </a:xfrm>
          <a:prstGeom prst="rect">
            <a:avLst/>
          </a:prstGeom>
          <a:noFill/>
          <a:ln w="0">
            <a:noFill/>
          </a:ln>
        </p:spPr>
        <p:txBody>
          <a:bodyPr lIns="0" tIns="0" rIns="0" bIns="0" anchor="ctr">
            <a:noAutofit/>
          </a:bodyPr>
          <a:lstStyle>
            <a:lvl1pPr indent="0" algn="ctr" defTabSz="914400">
              <a:lnSpc>
                <a:spcPct val="90000"/>
              </a:lnSpc>
              <a:buNone/>
              <a:tabLst>
                <a:tab pos="0" algn="l"/>
              </a:tabLst>
              <a:defRPr lang="en-US" sz="4400" b="0" u="none" strike="noStrike">
                <a:solidFill>
                  <a:srgbClr val="FFFFFF"/>
                </a:solidFill>
                <a:effectLst/>
                <a:uFillTx/>
                <a:latin typeface="Arial"/>
                <a:ea typeface="DejaVu Sans"/>
              </a:defRPr>
            </a:lvl1pPr>
          </a:lstStyle>
          <a:p>
            <a:pPr indent="0" algn="ctr" defTabSz="914400">
              <a:lnSpc>
                <a:spcPct val="90000"/>
              </a:lnSpc>
              <a:buNone/>
              <a:tabLst>
                <a:tab pos="0" algn="l"/>
              </a:tabLst>
            </a:pPr>
            <a:r>
              <a:rPr lang="en-US" sz="4400" b="0" u="none" strike="noStrike">
                <a:solidFill>
                  <a:srgbClr val="FFFFFF"/>
                </a:solidFill>
                <a:effectLst/>
                <a:uFillTx/>
                <a:latin typeface="Arial"/>
                <a:ea typeface="DejaVu Sans"/>
              </a:rPr>
              <a:t>Click to </a:t>
            </a:r>
            <a:r>
              <a:rPr lang="en-US" sz="4400" b="0" u="none" strike="noStrike">
                <a:solidFill>
                  <a:srgbClr val="FFFFFF"/>
                </a:solidFill>
                <a:effectLst/>
                <a:uFillTx/>
                <a:latin typeface="Arial"/>
                <a:ea typeface="DejaVu Sans"/>
              </a:rPr>
              <a:t>edit the </a:t>
            </a:r>
            <a:r>
              <a:rPr lang="en-US" sz="4400" b="0" u="none" strike="noStrike">
                <a:solidFill>
                  <a:srgbClr val="FFFFFF"/>
                </a:solidFill>
                <a:effectLst/>
                <a:uFillTx/>
                <a:latin typeface="Arial"/>
                <a:ea typeface="DejaVu Sans"/>
              </a:rPr>
              <a:t>title text </a:t>
            </a:r>
            <a:r>
              <a:rPr lang="en-US" sz="4400" b="0" u="none" strike="noStrike">
                <a:solidFill>
                  <a:srgbClr val="FFFFFF"/>
                </a:solidFill>
                <a:effectLst/>
                <a:uFillTx/>
                <a:latin typeface="Arial"/>
                <a:ea typeface="DejaVu Sans"/>
              </a:rPr>
              <a:t>format</a:t>
            </a:r>
            <a:endParaRPr lang="en-US" sz="4400" b="0" u="none" strike="noStrike">
              <a:solidFill>
                <a:srgbClr val="FFFFFF"/>
              </a:solidFill>
              <a:effectLst/>
              <a:uFillTx/>
              <a:latin typeface="Arial"/>
            </a:endParaRPr>
          </a:p>
        </p:txBody>
      </p:sp>
      <p:sp>
        <p:nvSpPr>
          <p:cNvPr id="10" name="PlaceHolder 2"/>
          <p:cNvSpPr>
            <a:spLocks noGrp="1"/>
          </p:cNvSpPr>
          <p:nvPr>
            <p:ph type="body"/>
          </p:nvPr>
        </p:nvSpPr>
        <p:spPr>
          <a:xfrm>
            <a:off x="504000" y="2376000"/>
            <a:ext cx="9071640" cy="2753640"/>
          </a:xfrm>
          <a:prstGeom prst="rect">
            <a:avLst/>
          </a:prstGeom>
          <a:noFill/>
          <a:ln w="0">
            <a:noFill/>
          </a:ln>
        </p:spPr>
        <p:txBody>
          <a:bodyPr lIns="0" tIns="0" rIns="0" bIns="0" anchor="t">
            <a:normAutofit/>
          </a:bodyPr>
          <a:lstStyle>
            <a:lvl1pPr algn="l" defTabSz="914400">
              <a:lnSpc>
                <a:spcPct val="90000"/>
              </a:lnSpc>
              <a:spcBef>
                <a:spcPts val="1414"/>
              </a:spcBef>
              <a:buClr>
                <a:srgbClr val="FFFFFF"/>
              </a:buClr>
              <a:buSzPct val="45000"/>
              <a:buFont typeface="Wingdings" charset="2"/>
              <a:buChar char=""/>
              <a:defRPr lang="en-US" sz="3200" b="0" u="none" strike="noStrike">
                <a:solidFill>
                  <a:srgbClr val="FFFFFF"/>
                </a:solidFill>
                <a:effectLst/>
                <a:uFillTx/>
                <a:latin typeface="Arial"/>
                <a:ea typeface="DejaVu Sans"/>
              </a:defRPr>
            </a:lvl1pPr>
            <a:lvl2pPr lvl="1" algn="l" defTabSz="914400">
              <a:lnSpc>
                <a:spcPct val="90000"/>
              </a:lnSpc>
              <a:spcBef>
                <a:spcPts val="1134"/>
              </a:spcBef>
              <a:buClr>
                <a:srgbClr val="FFFFFF"/>
              </a:buClr>
              <a:buSzPct val="75000"/>
              <a:buFont typeface="Symbol" charset="2"/>
              <a:buChar char=""/>
              <a:defRPr lang="en-US" sz="2400" b="0" u="none" strike="noStrike">
                <a:solidFill>
                  <a:srgbClr val="FFFFFF"/>
                </a:solidFill>
                <a:effectLst/>
                <a:uFillTx/>
                <a:latin typeface="Arial"/>
                <a:ea typeface="DejaVu Sans"/>
              </a:defRPr>
            </a:lvl2pPr>
            <a:lvl3pPr lvl="2" algn="l" defTabSz="914400">
              <a:lnSpc>
                <a:spcPct val="90000"/>
              </a:lnSpc>
              <a:spcBef>
                <a:spcPts val="850"/>
              </a:spcBef>
              <a:buClr>
                <a:srgbClr val="FFFFFF"/>
              </a:buClr>
              <a:buSzPct val="45000"/>
              <a:buFont typeface="Wingdings" charset="2"/>
              <a:buChar char=""/>
              <a:defRPr lang="en-US" sz="1800" b="0" u="none" strike="noStrike">
                <a:solidFill>
                  <a:srgbClr val="FFFFFF"/>
                </a:solidFill>
                <a:effectLst/>
                <a:uFillTx/>
                <a:latin typeface="Arial"/>
                <a:ea typeface="DejaVu Sans"/>
              </a:defRPr>
            </a:lvl3pPr>
            <a:lvl4pPr lvl="3" algn="l" defTabSz="914400">
              <a:lnSpc>
                <a:spcPct val="90000"/>
              </a:lnSpc>
              <a:spcBef>
                <a:spcPts val="567"/>
              </a:spcBef>
              <a:buClr>
                <a:srgbClr val="FFFFFF"/>
              </a:buClr>
              <a:buSzPct val="75000"/>
              <a:buFont typeface="Symbol" charset="2"/>
              <a:buChar char=""/>
              <a:defRPr lang="en-US" sz="1500" b="0" u="none" strike="noStrike">
                <a:solidFill>
                  <a:srgbClr val="FFFFFF"/>
                </a:solidFill>
                <a:effectLst/>
                <a:uFillTx/>
                <a:latin typeface="Arial"/>
                <a:ea typeface="DejaVu Sans"/>
              </a:defRPr>
            </a:lvl4pPr>
            <a:lvl5pPr lvl="4" algn="l" defTabSz="914400">
              <a:lnSpc>
                <a:spcPct val="90000"/>
              </a:lnSpc>
              <a:spcBef>
                <a:spcPts val="283"/>
              </a:spcBef>
              <a:buClr>
                <a:srgbClr val="FFFFFF"/>
              </a:buClr>
              <a:buSzPct val="45000"/>
              <a:buFont typeface="Wingdings" charset="2"/>
              <a:buChar char=""/>
              <a:defRPr lang="en-US" sz="1500" b="0" u="none" strike="noStrike">
                <a:solidFill>
                  <a:srgbClr val="FFFFFF"/>
                </a:solidFill>
                <a:effectLst/>
                <a:uFillTx/>
                <a:latin typeface="Arial"/>
                <a:ea typeface="DejaVu Sans"/>
              </a:defRPr>
            </a:lvl5pPr>
            <a:lvl6pPr lvl="5" algn="l" defTabSz="914400">
              <a:lnSpc>
                <a:spcPct val="90000"/>
              </a:lnSpc>
              <a:spcBef>
                <a:spcPts val="283"/>
              </a:spcBef>
              <a:buClr>
                <a:srgbClr val="FFFFFF"/>
              </a:buClr>
              <a:buSzPct val="45000"/>
              <a:buFont typeface="Wingdings" charset="2"/>
              <a:buChar char=""/>
              <a:defRPr lang="en-US" sz="1500" b="0" u="none" strike="noStrike">
                <a:solidFill>
                  <a:srgbClr val="FFFFFF"/>
                </a:solidFill>
                <a:effectLst/>
                <a:uFillTx/>
                <a:latin typeface="Arial"/>
                <a:ea typeface="DejaVu Sans"/>
              </a:defRPr>
            </a:lvl6pPr>
            <a:lvl7pPr lvl="6" algn="l" defTabSz="914400">
              <a:lnSpc>
                <a:spcPct val="90000"/>
              </a:lnSpc>
              <a:spcBef>
                <a:spcPts val="283"/>
              </a:spcBef>
              <a:buClr>
                <a:srgbClr val="FFFFFF"/>
              </a:buClr>
              <a:buSzPct val="45000"/>
              <a:buFont typeface="Wingdings" charset="2"/>
              <a:buChar char=""/>
              <a:defRPr lang="en-US" sz="1500" b="0" u="none" strike="noStrike">
                <a:solidFill>
                  <a:srgbClr val="FFFFFF"/>
                </a:solidFill>
                <a:effectLst/>
                <a:uFillTx/>
                <a:latin typeface="Arial"/>
                <a:ea typeface="DejaVu Sans"/>
              </a:defRPr>
            </a:lvl7pPr>
          </a:lstStyle>
          <a:p>
            <a:pPr marL="432000" indent="-324000" algn="l" defTabSz="914400">
              <a:lnSpc>
                <a:spcPct val="90000"/>
              </a:lnSpc>
              <a:spcBef>
                <a:spcPts val="1414"/>
              </a:spcBef>
              <a:buClr>
                <a:srgbClr val="FFFFFF"/>
              </a:buClr>
              <a:buSzPct val="45000"/>
              <a:buFont typeface="Wingdings" charset="2"/>
              <a:buChar char=""/>
            </a:pPr>
            <a:r>
              <a:rPr lang="en-US" sz="3200" b="0" u="none" strike="noStrike">
                <a:solidFill>
                  <a:srgbClr val="FFFFFF"/>
                </a:solidFill>
                <a:effectLst/>
                <a:uFillTx/>
                <a:latin typeface="Arial"/>
                <a:ea typeface="DejaVu Sans"/>
              </a:rPr>
              <a:t>Click to edit the outline text format</a:t>
            </a:r>
            <a:endParaRPr lang="en-US" sz="3200" b="0" u="none" strike="noStrike">
              <a:solidFill>
                <a:srgbClr val="FFFFFF"/>
              </a:solidFill>
              <a:effectLst/>
              <a:uFillTx/>
              <a:latin typeface="Arial"/>
            </a:endParaRPr>
          </a:p>
          <a:p>
            <a:pPr marL="864000" lvl="1" indent="-324000" algn="l" defTabSz="914400">
              <a:lnSpc>
                <a:spcPct val="90000"/>
              </a:lnSpc>
              <a:spcBef>
                <a:spcPts val="1134"/>
              </a:spcBef>
              <a:buClr>
                <a:srgbClr val="FFFFFF"/>
              </a:buClr>
              <a:buSzPct val="75000"/>
              <a:buFont typeface="Symbol" charset="2"/>
              <a:buChar char=""/>
            </a:pPr>
            <a:r>
              <a:rPr lang="en-US" sz="2400" b="0" u="none" strike="noStrike">
                <a:solidFill>
                  <a:srgbClr val="FFFFFF"/>
                </a:solidFill>
                <a:effectLst/>
                <a:uFillTx/>
                <a:latin typeface="Arial"/>
                <a:ea typeface="DejaVu Sans"/>
              </a:rPr>
              <a:t>Second Outline Level</a:t>
            </a:r>
            <a:endParaRPr lang="en-US" sz="2400" b="0" u="none" strike="noStrike">
              <a:solidFill>
                <a:srgbClr val="FFFFFF"/>
              </a:solidFill>
              <a:effectLst/>
              <a:uFillTx/>
              <a:latin typeface="Arial"/>
            </a:endParaRPr>
          </a:p>
          <a:p>
            <a:pPr marL="1296000" lvl="2" indent="-288000" algn="l" defTabSz="914400">
              <a:lnSpc>
                <a:spcPct val="90000"/>
              </a:lnSpc>
              <a:spcBef>
                <a:spcPts val="850"/>
              </a:spcBef>
              <a:buClr>
                <a:srgbClr val="FFFFFF"/>
              </a:buClr>
              <a:buSzPct val="45000"/>
              <a:buFont typeface="Wingdings" charset="2"/>
              <a:buChar char=""/>
            </a:pPr>
            <a:r>
              <a:rPr lang="en-US" sz="1800" b="0" u="none" strike="noStrike">
                <a:solidFill>
                  <a:srgbClr val="FFFFFF"/>
                </a:solidFill>
                <a:effectLst/>
                <a:uFillTx/>
                <a:latin typeface="Arial"/>
                <a:ea typeface="DejaVu Sans"/>
              </a:rPr>
              <a:t>Third Outline Level</a:t>
            </a:r>
            <a:endParaRPr lang="en-US" sz="1800" b="0" u="none" strike="noStrike">
              <a:solidFill>
                <a:srgbClr val="FFFFFF"/>
              </a:solidFill>
              <a:effectLst/>
              <a:uFillTx/>
              <a:latin typeface="Arial"/>
            </a:endParaRPr>
          </a:p>
          <a:p>
            <a:pPr marL="1728000" lvl="3" indent="-216000" algn="l" defTabSz="914400">
              <a:lnSpc>
                <a:spcPct val="90000"/>
              </a:lnSpc>
              <a:spcBef>
                <a:spcPts val="567"/>
              </a:spcBef>
              <a:buClr>
                <a:srgbClr val="FFFFFF"/>
              </a:buClr>
              <a:buSzPct val="75000"/>
              <a:buFont typeface="Symbol" charset="2"/>
              <a:buChar char=""/>
            </a:pPr>
            <a:r>
              <a:rPr lang="en-US" sz="1500" b="0" u="none" strike="noStrike">
                <a:solidFill>
                  <a:srgbClr val="FFFFFF"/>
                </a:solidFill>
                <a:effectLst/>
                <a:uFillTx/>
                <a:latin typeface="Arial"/>
                <a:ea typeface="DejaVu Sans"/>
              </a:rPr>
              <a:t>Fourth Outline Level</a:t>
            </a:r>
            <a:endParaRPr lang="en-US" sz="1500" b="0" u="none" strike="noStrike">
              <a:solidFill>
                <a:srgbClr val="FFFFFF"/>
              </a:solidFill>
              <a:effectLst/>
              <a:uFillTx/>
              <a:latin typeface="Arial"/>
            </a:endParaRPr>
          </a:p>
          <a:p>
            <a:pPr marL="2160000" lvl="4" indent="-216000" algn="l" defTabSz="914400">
              <a:lnSpc>
                <a:spcPct val="90000"/>
              </a:lnSpc>
              <a:spcBef>
                <a:spcPts val="283"/>
              </a:spcBef>
              <a:buClr>
                <a:srgbClr val="FFFFFF"/>
              </a:buClr>
              <a:buSzPct val="45000"/>
              <a:buFont typeface="Wingdings" charset="2"/>
              <a:buChar char=""/>
            </a:pPr>
            <a:r>
              <a:rPr lang="en-US" sz="1500" b="0" u="none" strike="noStrike">
                <a:solidFill>
                  <a:srgbClr val="FFFFFF"/>
                </a:solidFill>
                <a:effectLst/>
                <a:uFillTx/>
                <a:latin typeface="Arial"/>
                <a:ea typeface="DejaVu Sans"/>
              </a:rPr>
              <a:t>Fifth Outline Level</a:t>
            </a:r>
            <a:endParaRPr lang="en-US" sz="1500" b="0" u="none" strike="noStrike">
              <a:solidFill>
                <a:srgbClr val="FFFFFF"/>
              </a:solidFill>
              <a:effectLst/>
              <a:uFillTx/>
              <a:latin typeface="Arial"/>
            </a:endParaRPr>
          </a:p>
          <a:p>
            <a:pPr marL="2592000" lvl="5" indent="-216000" algn="l" defTabSz="914400">
              <a:lnSpc>
                <a:spcPct val="90000"/>
              </a:lnSpc>
              <a:spcBef>
                <a:spcPts val="283"/>
              </a:spcBef>
              <a:buClr>
                <a:srgbClr val="FFFFFF"/>
              </a:buClr>
              <a:buSzPct val="45000"/>
              <a:buFont typeface="Wingdings" charset="2"/>
              <a:buChar char=""/>
            </a:pPr>
            <a:r>
              <a:rPr lang="en-US" sz="1500" b="0" u="none" strike="noStrike">
                <a:solidFill>
                  <a:srgbClr val="FFFFFF"/>
                </a:solidFill>
                <a:effectLst/>
                <a:uFillTx/>
                <a:latin typeface="Arial"/>
                <a:ea typeface="DejaVu Sans"/>
              </a:rPr>
              <a:t>Sixth Outline Level</a:t>
            </a:r>
            <a:endParaRPr lang="en-US" sz="1500" b="0" u="none" strike="noStrike">
              <a:solidFill>
                <a:srgbClr val="FFFFFF"/>
              </a:solidFill>
              <a:effectLst/>
              <a:uFillTx/>
              <a:latin typeface="Arial"/>
            </a:endParaRPr>
          </a:p>
          <a:p>
            <a:pPr marL="3024000" lvl="6" indent="-216000" algn="l" defTabSz="914400">
              <a:lnSpc>
                <a:spcPct val="90000"/>
              </a:lnSpc>
              <a:spcBef>
                <a:spcPts val="283"/>
              </a:spcBef>
              <a:buClr>
                <a:srgbClr val="FFFFFF"/>
              </a:buClr>
              <a:buSzPct val="45000"/>
              <a:buFont typeface="Wingdings" charset="2"/>
              <a:buChar char=""/>
            </a:pPr>
            <a:r>
              <a:rPr lang="en-US" sz="1500" b="0" u="none" strike="noStrike">
                <a:solidFill>
                  <a:srgbClr val="FFFFFF"/>
                </a:solidFill>
                <a:effectLst/>
                <a:uFillTx/>
                <a:latin typeface="Arial"/>
                <a:ea typeface="DejaVu Sans"/>
              </a:rPr>
              <a:t>Seventh Outline Level</a:t>
            </a:r>
            <a:endParaRPr lang="en-US" sz="1500" b="0" u="none" strike="noStrike">
              <a:solidFill>
                <a:srgbClr val="FFFFFF"/>
              </a:solidFill>
              <a:effectLst/>
              <a:uFillTx/>
              <a:latin typeface="Arial"/>
            </a:endParaRPr>
          </a:p>
        </p:txBody>
      </p:sp>
      <p:sp>
        <p:nvSpPr>
          <p:cNvPr id="11" name="PlaceHolder 3"/>
          <p:cNvSpPr>
            <a:spLocks noGrp="1"/>
          </p:cNvSpPr>
          <p:nvPr>
            <p:ph type="dt" idx="4"/>
          </p:nvPr>
        </p:nvSpPr>
        <p:spPr>
          <a:xfrm>
            <a:off x="504000" y="5164920"/>
            <a:ext cx="2347920" cy="390240"/>
          </a:xfrm>
          <a:prstGeom prst="rect">
            <a:avLst/>
          </a:prstGeom>
          <a:noFill/>
          <a:ln w="0">
            <a:noFill/>
          </a:ln>
        </p:spPr>
        <p:txBody>
          <a:bodyPr lIns="0" tIns="0" rIns="0" bIns="0" anchor="t">
            <a:noAutofit/>
          </a:bodyPr>
          <a:lstStyle>
            <a:lvl1pPr indent="0" algn="l" defTabSz="914400">
              <a:lnSpc>
                <a:spcPct val="100000"/>
              </a:lnSpc>
              <a:buNone/>
              <a:tabLst>
                <a:tab pos="0" algn="l"/>
              </a:tabLst>
              <a:defRPr lang="en-US" sz="1400" b="0" u="none" strike="noStrike">
                <a:solidFill>
                  <a:srgbClr val="FFFFFF"/>
                </a:solidFill>
                <a:effectLst/>
                <a:uFillTx/>
                <a:latin typeface="Arial"/>
                <a:ea typeface="DejaVu Sans"/>
              </a:defRPr>
            </a:lvl1pPr>
          </a:lstStyle>
          <a:p>
            <a:pPr indent="0" algn="l" defTabSz="914400">
              <a:lnSpc>
                <a:spcPct val="100000"/>
              </a:lnSpc>
              <a:buNone/>
              <a:tabLst>
                <a:tab pos="0" algn="l"/>
              </a:tabLst>
            </a:pPr>
            <a:r>
              <a:rPr lang="en-US" sz="1400" b="0" u="none" strike="noStrike">
                <a:solidFill>
                  <a:srgbClr val="FFFFFF"/>
                </a:solidFill>
                <a:effectLst/>
                <a:uFillTx/>
                <a:latin typeface="Arial"/>
                <a:ea typeface="DejaVu Sans"/>
              </a:rPr>
              <a:t>&lt;date/time&gt;</a:t>
            </a:r>
            <a:endParaRPr lang="en-US" sz="1400" b="0" u="none" strike="noStrike">
              <a:solidFill>
                <a:srgbClr val="000000"/>
              </a:solidFill>
              <a:effectLst/>
              <a:uFillTx/>
              <a:latin typeface="Times New Roman"/>
            </a:endParaRPr>
          </a:p>
        </p:txBody>
      </p:sp>
      <p:sp>
        <p:nvSpPr>
          <p:cNvPr id="12" name="PlaceHolder 4"/>
          <p:cNvSpPr>
            <a:spLocks noGrp="1"/>
          </p:cNvSpPr>
          <p:nvPr>
            <p:ph type="ftr" idx="5"/>
          </p:nvPr>
        </p:nvSpPr>
        <p:spPr>
          <a:xfrm>
            <a:off x="3447360" y="5164920"/>
            <a:ext cx="3194640" cy="390240"/>
          </a:xfrm>
          <a:prstGeom prst="rect">
            <a:avLst/>
          </a:prstGeom>
          <a:noFill/>
          <a:ln w="0">
            <a:noFill/>
          </a:ln>
        </p:spPr>
        <p:txBody>
          <a:bodyPr lIns="0" tIns="0" rIns="0" bIns="0" anchor="t">
            <a:noAutofit/>
          </a:bodyPr>
          <a:lstStyle>
            <a:lvl1pPr indent="0" algn="ctr" defTabSz="914400">
              <a:lnSpc>
                <a:spcPct val="100000"/>
              </a:lnSpc>
              <a:buNone/>
              <a:tabLst>
                <a:tab pos="0" algn="l"/>
              </a:tabLst>
              <a:defRPr lang="en-US" sz="1400" b="0" u="none" strike="noStrike">
                <a:solidFill>
                  <a:srgbClr val="FFFFFF"/>
                </a:solidFill>
                <a:effectLst/>
                <a:uFillTx/>
                <a:latin typeface="Arial"/>
                <a:ea typeface="DejaVu Sans"/>
              </a:defRPr>
            </a:lvl1pPr>
          </a:lstStyle>
          <a:p>
            <a:pPr indent="0" algn="ctr" defTabSz="914400">
              <a:lnSpc>
                <a:spcPct val="100000"/>
              </a:lnSpc>
              <a:buNone/>
              <a:tabLst>
                <a:tab pos="0" algn="l"/>
              </a:tabLst>
            </a:pPr>
            <a:r>
              <a:rPr lang="en-US" sz="1400" b="0" u="none" strike="noStrike">
                <a:solidFill>
                  <a:srgbClr val="FFFFFF"/>
                </a:solidFill>
                <a:effectLst/>
                <a:uFillTx/>
                <a:latin typeface="Arial"/>
                <a:ea typeface="DejaVu Sans"/>
              </a:rPr>
              <a:t>&lt;footer&gt;</a:t>
            </a:r>
            <a:endParaRPr lang="en-US" sz="1400" b="0" u="none" strike="noStrike">
              <a:solidFill>
                <a:srgbClr val="000000"/>
              </a:solidFill>
              <a:effectLst/>
              <a:uFillTx/>
              <a:latin typeface="Times New Roman"/>
            </a:endParaRPr>
          </a:p>
        </p:txBody>
      </p:sp>
      <p:sp>
        <p:nvSpPr>
          <p:cNvPr id="13" name="PlaceHolder 5"/>
          <p:cNvSpPr>
            <a:spLocks noGrp="1"/>
          </p:cNvSpPr>
          <p:nvPr>
            <p:ph type="sldNum" idx="6"/>
          </p:nvPr>
        </p:nvSpPr>
        <p:spPr>
          <a:xfrm>
            <a:off x="7227360" y="5164920"/>
            <a:ext cx="2347920" cy="390240"/>
          </a:xfrm>
          <a:prstGeom prst="rect">
            <a:avLst/>
          </a:prstGeom>
          <a:noFill/>
          <a:ln w="0">
            <a:noFill/>
          </a:ln>
        </p:spPr>
        <p:txBody>
          <a:bodyPr lIns="0" tIns="0" rIns="0" bIns="0" anchor="t">
            <a:noAutofit/>
          </a:bodyPr>
          <a:lstStyle>
            <a:lvl1pPr indent="0" algn="r" defTabSz="914400">
              <a:lnSpc>
                <a:spcPct val="100000"/>
              </a:lnSpc>
              <a:buNone/>
              <a:tabLst>
                <a:tab pos="0" algn="l"/>
              </a:tabLst>
              <a:defRPr lang="en-US" sz="1400" b="0" u="none" strike="noStrike">
                <a:solidFill>
                  <a:srgbClr val="FFFFFF"/>
                </a:solidFill>
                <a:effectLst/>
                <a:uFillTx/>
                <a:latin typeface="Arial"/>
                <a:ea typeface="DejaVu Sans"/>
              </a:defRPr>
            </a:lvl1pPr>
          </a:lstStyle>
          <a:p>
            <a:pPr indent="0" algn="r" defTabSz="914400">
              <a:lnSpc>
                <a:spcPct val="100000"/>
              </a:lnSpc>
              <a:buNone/>
              <a:tabLst>
                <a:tab pos="0" algn="l"/>
              </a:tabLst>
            </a:pPr>
            <a:fld id="{84BD4239-435F-4F7B-83BF-05A50DA0C18E}" type="slidenum">
              <a:rPr lang="en-US" sz="1400" b="0" u="none" strike="noStrike">
                <a:solidFill>
                  <a:srgbClr val="FFFFFF"/>
                </a:solidFill>
                <a:effectLst/>
                <a:uFillTx/>
                <a:latin typeface="Arial"/>
                <a:ea typeface="DejaVu Sans"/>
              </a:rPr>
              <a:t>&lt;number&gt;</a:t>
            </a:fld>
            <a:endParaRPr lang="en-US" sz="14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Standard">
    <p:bg>
      <p:bgPr>
        <a:solidFill>
          <a:srgbClr val="FFFFFF"/>
        </a:solidFill>
      </p:bgPr>
    </p:bg>
    <p:spTree>
      <p:nvGrpSpPr>
        <p:cNvPr id="1" name=""/>
        <p:cNvGrpSpPr/>
        <p:nvPr/>
      </p:nvGrpSpPr>
      <p:grpSpPr>
        <a:xfrm>
          <a:off x="0" y="0"/>
          <a:ext cx="0" cy="0"/>
          <a:chOff x="0" y="0"/>
          <a:chExt cx="0" cy="0"/>
        </a:xfrm>
      </p:grpSpPr>
      <p:pic>
        <p:nvPicPr>
          <p:cNvPr id="14" name="Graphic 13"/>
          <p:cNvPicPr/>
          <p:nvPr/>
        </p:nvPicPr>
        <p:blipFill>
          <a:blip r:embed="rId2">
            <a:extLst>
              <a:ext uri="{96DAC541-7B7A-43D3-8B79-37D633B846F1}">
                <asvg:svgBlip xmlns:asvg="http://schemas.microsoft.com/office/drawing/2016/SVG/main" r:embed="rId3"/>
              </a:ext>
            </a:extLst>
          </a:blip>
          <a:stretch/>
        </p:blipFill>
        <p:spPr>
          <a:xfrm>
            <a:off x="0" y="0"/>
            <a:ext cx="10079640" cy="5669640"/>
          </a:xfrm>
          <a:prstGeom prst="rect">
            <a:avLst/>
          </a:prstGeom>
          <a:noFill/>
          <a:ln w="18000">
            <a:noFill/>
          </a:ln>
        </p:spPr>
      </p:pic>
      <p:sp>
        <p:nvSpPr>
          <p:cNvPr id="15" name="PlaceHolder 1"/>
          <p:cNvSpPr>
            <a:spLocks noGrp="1"/>
          </p:cNvSpPr>
          <p:nvPr>
            <p:ph type="title"/>
          </p:nvPr>
        </p:nvSpPr>
        <p:spPr>
          <a:xfrm>
            <a:off x="504000" y="225720"/>
            <a:ext cx="9071640" cy="946440"/>
          </a:xfrm>
          <a:prstGeom prst="rect">
            <a:avLst/>
          </a:prstGeom>
          <a:noFill/>
          <a:ln w="0">
            <a:noFill/>
          </a:ln>
        </p:spPr>
        <p:txBody>
          <a:bodyPr lIns="0" tIns="0" rIns="0" bIns="0" anchor="ctr">
            <a:noAutofit/>
          </a:bodyPr>
          <a:lstStyle>
            <a:lvl1pPr indent="0" algn="ctr" defTabSz="914400">
              <a:lnSpc>
                <a:spcPct val="90000"/>
              </a:lnSpc>
              <a:buNone/>
              <a:tabLst>
                <a:tab pos="0" algn="l"/>
              </a:tabLst>
              <a:defRPr lang="en-US" sz="3300" b="0" u="none" strike="noStrike">
                <a:solidFill>
                  <a:srgbClr val="000000"/>
                </a:solidFill>
                <a:effectLst/>
                <a:uFillTx/>
                <a:latin typeface="Arial"/>
                <a:ea typeface="DejaVu Sans"/>
              </a:defRPr>
            </a:lvl1pPr>
          </a:lstStyle>
          <a:p>
            <a:pPr indent="0" algn="ctr" defTabSz="914400">
              <a:lnSpc>
                <a:spcPct val="90000"/>
              </a:lnSpc>
              <a:buNone/>
              <a:tabLst>
                <a:tab pos="0" algn="l"/>
              </a:tabLst>
            </a:pPr>
            <a:r>
              <a:rPr lang="en-US" sz="3300" b="0" u="none" strike="noStrike">
                <a:solidFill>
                  <a:srgbClr val="000000"/>
                </a:solidFill>
                <a:effectLst/>
                <a:uFillTx/>
                <a:latin typeface="Arial"/>
                <a:ea typeface="DejaVu Sans"/>
              </a:rPr>
              <a:t>Click to edit </a:t>
            </a:r>
            <a:r>
              <a:rPr lang="en-US" sz="3300" b="0" u="none" strike="noStrike">
                <a:solidFill>
                  <a:srgbClr val="000000"/>
                </a:solidFill>
                <a:effectLst/>
                <a:uFillTx/>
                <a:latin typeface="Arial"/>
                <a:ea typeface="DejaVu Sans"/>
              </a:rPr>
              <a:t>the title text </a:t>
            </a:r>
            <a:r>
              <a:rPr lang="en-US" sz="3300" b="0" u="none" strike="noStrike">
                <a:solidFill>
                  <a:srgbClr val="000000"/>
                </a:solidFill>
                <a:effectLst/>
                <a:uFillTx/>
                <a:latin typeface="Arial"/>
                <a:ea typeface="DejaVu Sans"/>
              </a:rPr>
              <a:t>format</a:t>
            </a:r>
            <a:endParaRPr lang="en-US" sz="3300" b="0" u="none" strike="noStrike">
              <a:solidFill>
                <a:srgbClr val="000000"/>
              </a:solidFill>
              <a:effectLst/>
              <a:uFillTx/>
              <a:latin typeface="Arial"/>
            </a:endParaRPr>
          </a:p>
        </p:txBody>
      </p:sp>
      <p:sp>
        <p:nvSpPr>
          <p:cNvPr id="16" name="PlaceHolder 2"/>
          <p:cNvSpPr>
            <a:spLocks noGrp="1"/>
          </p:cNvSpPr>
          <p:nvPr>
            <p:ph type="body"/>
          </p:nvPr>
        </p:nvSpPr>
        <p:spPr>
          <a:xfrm>
            <a:off x="504000" y="1326600"/>
            <a:ext cx="9071640" cy="3287880"/>
          </a:xfrm>
          <a:prstGeom prst="rect">
            <a:avLst/>
          </a:prstGeom>
          <a:noFill/>
          <a:ln w="0">
            <a:noFill/>
          </a:ln>
        </p:spPr>
        <p:txBody>
          <a:bodyPr lIns="0" tIns="0" rIns="0" bIns="0" anchor="t">
            <a:normAutofit/>
          </a:bodyPr>
          <a:lstStyle>
            <a:lvl1pPr algn="l" defTabSz="914400">
              <a:lnSpc>
                <a:spcPct val="90000"/>
              </a:lnSpc>
              <a:spcBef>
                <a:spcPts val="1060"/>
              </a:spcBef>
              <a:buClr>
                <a:srgbClr val="000000"/>
              </a:buClr>
              <a:buSzPct val="45000"/>
              <a:buFont typeface="Wingdings" charset="2"/>
              <a:buChar char=""/>
              <a:defRPr lang="en-US" sz="2400" b="0" u="none" strike="noStrike">
                <a:solidFill>
                  <a:srgbClr val="000000"/>
                </a:solidFill>
                <a:effectLst/>
                <a:uFillTx/>
                <a:latin typeface="Arial"/>
                <a:ea typeface="DejaVu Sans"/>
              </a:defRPr>
            </a:lvl1pPr>
            <a:lvl2pPr lvl="1" algn="l" defTabSz="914400">
              <a:lnSpc>
                <a:spcPct val="90000"/>
              </a:lnSpc>
              <a:spcBef>
                <a:spcPts val="850"/>
              </a:spcBef>
              <a:buClr>
                <a:srgbClr val="000000"/>
              </a:buClr>
              <a:buSzPct val="75000"/>
              <a:buFont typeface="Symbol" charset="2"/>
              <a:buChar char=""/>
              <a:defRPr lang="en-US" sz="2100" b="0" u="none" strike="noStrike">
                <a:solidFill>
                  <a:srgbClr val="000000"/>
                </a:solidFill>
                <a:effectLst/>
                <a:uFillTx/>
                <a:latin typeface="Arial"/>
                <a:ea typeface="DejaVu Sans"/>
              </a:defRPr>
            </a:lvl2pPr>
            <a:lvl3pPr lvl="2" algn="l" defTabSz="914400">
              <a:lnSpc>
                <a:spcPct val="90000"/>
              </a:lnSpc>
              <a:spcBef>
                <a:spcPts val="638"/>
              </a:spcBef>
              <a:buClr>
                <a:srgbClr val="000000"/>
              </a:buClr>
              <a:buSzPct val="45000"/>
              <a:buFont typeface="Wingdings" charset="2"/>
              <a:buChar char=""/>
              <a:defRPr lang="en-US" sz="1800" b="0" u="none" strike="noStrike">
                <a:solidFill>
                  <a:srgbClr val="000000"/>
                </a:solidFill>
                <a:effectLst/>
                <a:uFillTx/>
                <a:latin typeface="Arial"/>
                <a:ea typeface="DejaVu Sans"/>
              </a:defRPr>
            </a:lvl3pPr>
            <a:lvl4pPr lvl="3" algn="l" defTabSz="914400">
              <a:lnSpc>
                <a:spcPct val="90000"/>
              </a:lnSpc>
              <a:spcBef>
                <a:spcPts val="425"/>
              </a:spcBef>
              <a:buClr>
                <a:srgbClr val="000000"/>
              </a:buClr>
              <a:buSzPct val="75000"/>
              <a:buFont typeface="Symbol" charset="2"/>
              <a:buChar char=""/>
              <a:defRPr lang="en-US" sz="1500" b="0" u="none" strike="noStrike">
                <a:solidFill>
                  <a:srgbClr val="000000"/>
                </a:solidFill>
                <a:effectLst/>
                <a:uFillTx/>
                <a:latin typeface="Arial"/>
                <a:ea typeface="DejaVu Sans"/>
              </a:defRPr>
            </a:lvl4pPr>
            <a:lvl5pPr lvl="4" algn="l" defTabSz="914400">
              <a:lnSpc>
                <a:spcPct val="90000"/>
              </a:lnSpc>
              <a:spcBef>
                <a:spcPts val="213"/>
              </a:spcBef>
              <a:buClr>
                <a:srgbClr val="000000"/>
              </a:buClr>
              <a:buSzPct val="45000"/>
              <a:buFont typeface="Wingdings" charset="2"/>
              <a:buChar char=""/>
              <a:defRPr lang="en-US" sz="1500" b="0" u="none" strike="noStrike">
                <a:solidFill>
                  <a:srgbClr val="000000"/>
                </a:solidFill>
                <a:effectLst/>
                <a:uFillTx/>
                <a:latin typeface="Arial"/>
                <a:ea typeface="DejaVu Sans"/>
              </a:defRPr>
            </a:lvl5pPr>
            <a:lvl6pPr lvl="5" algn="l" defTabSz="914400">
              <a:lnSpc>
                <a:spcPct val="90000"/>
              </a:lnSpc>
              <a:spcBef>
                <a:spcPts val="213"/>
              </a:spcBef>
              <a:buClr>
                <a:srgbClr val="000000"/>
              </a:buClr>
              <a:buSzPct val="45000"/>
              <a:buFont typeface="Wingdings" charset="2"/>
              <a:buChar char=""/>
              <a:defRPr lang="en-US" sz="1500" b="0" u="none" strike="noStrike">
                <a:solidFill>
                  <a:srgbClr val="000000"/>
                </a:solidFill>
                <a:effectLst/>
                <a:uFillTx/>
                <a:latin typeface="Arial"/>
                <a:ea typeface="DejaVu Sans"/>
              </a:defRPr>
            </a:lvl6pPr>
            <a:lvl7pPr lvl="6" algn="l" defTabSz="914400">
              <a:lnSpc>
                <a:spcPct val="90000"/>
              </a:lnSpc>
              <a:spcBef>
                <a:spcPts val="213"/>
              </a:spcBef>
              <a:buClr>
                <a:srgbClr val="000000"/>
              </a:buClr>
              <a:buSzPct val="45000"/>
              <a:buFont typeface="Wingdings" charset="2"/>
              <a:buChar char=""/>
              <a:defRPr lang="en-US" sz="1500" b="0" u="none" strike="noStrike">
                <a:solidFill>
                  <a:srgbClr val="000000"/>
                </a:solidFill>
                <a:effectLst/>
                <a:uFillTx/>
                <a:latin typeface="Arial"/>
                <a:ea typeface="DejaVu Sans"/>
              </a:defRPr>
            </a:lvl7pPr>
          </a:lstStyle>
          <a:p>
            <a:pPr marL="432000" indent="-324000" algn="l" defTabSz="914400">
              <a:lnSpc>
                <a:spcPct val="9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Click to edit the outline text format</a:t>
            </a:r>
            <a:endParaRPr lang="en-US" sz="2400" b="0" u="none" strike="noStrike">
              <a:solidFill>
                <a:srgbClr val="000000"/>
              </a:solidFill>
              <a:effectLst/>
              <a:uFillTx/>
              <a:latin typeface="Arial"/>
            </a:endParaRPr>
          </a:p>
          <a:p>
            <a:pPr marL="864000" lvl="1" indent="-324000" algn="l" defTabSz="914400">
              <a:lnSpc>
                <a:spcPct val="90000"/>
              </a:lnSpc>
              <a:spcBef>
                <a:spcPts val="850"/>
              </a:spcBef>
              <a:buClr>
                <a:srgbClr val="000000"/>
              </a:buClr>
              <a:buSzPct val="75000"/>
              <a:buFont typeface="Symbol" charset="2"/>
              <a:buChar char=""/>
            </a:pPr>
            <a:r>
              <a:rPr lang="en-US" sz="2100" b="0" u="none" strike="noStrike">
                <a:solidFill>
                  <a:srgbClr val="000000"/>
                </a:solidFill>
                <a:effectLst/>
                <a:uFillTx/>
                <a:latin typeface="Arial"/>
                <a:ea typeface="DejaVu Sans"/>
              </a:rPr>
              <a:t>Second Outline Level</a:t>
            </a:r>
            <a:endParaRPr lang="en-US" sz="2100" b="0" u="none" strike="noStrike">
              <a:solidFill>
                <a:srgbClr val="000000"/>
              </a:solidFill>
              <a:effectLst/>
              <a:uFillTx/>
              <a:latin typeface="Arial"/>
            </a:endParaRPr>
          </a:p>
          <a:p>
            <a:pPr marL="1296000" lvl="2" indent="-288000" algn="l" defTabSz="914400">
              <a:lnSpc>
                <a:spcPct val="90000"/>
              </a:lnSpc>
              <a:spcBef>
                <a:spcPts val="638"/>
              </a:spcBef>
              <a:buClr>
                <a:srgbClr val="000000"/>
              </a:buClr>
              <a:buSzPct val="45000"/>
              <a:buFont typeface="Wingdings" charset="2"/>
              <a:buChar char=""/>
            </a:pPr>
            <a:r>
              <a:rPr lang="en-US" sz="1800" b="0" u="none" strike="noStrike">
                <a:solidFill>
                  <a:srgbClr val="000000"/>
                </a:solidFill>
                <a:effectLst/>
                <a:uFillTx/>
                <a:latin typeface="Arial"/>
                <a:ea typeface="DejaVu Sans"/>
              </a:rPr>
              <a:t>Third Outline Level</a:t>
            </a:r>
            <a:endParaRPr lang="en-US" sz="1800" b="0" u="none" strike="noStrike">
              <a:solidFill>
                <a:srgbClr val="000000"/>
              </a:solidFill>
              <a:effectLst/>
              <a:uFillTx/>
              <a:latin typeface="Arial"/>
            </a:endParaRPr>
          </a:p>
          <a:p>
            <a:pPr marL="1728000" lvl="3" indent="-216000" algn="l" defTabSz="914400">
              <a:lnSpc>
                <a:spcPct val="90000"/>
              </a:lnSpc>
              <a:spcBef>
                <a:spcPts val="425"/>
              </a:spcBef>
              <a:buClr>
                <a:srgbClr val="000000"/>
              </a:buClr>
              <a:buSzPct val="75000"/>
              <a:buFont typeface="Symbol" charset="2"/>
              <a:buChar char=""/>
            </a:pPr>
            <a:r>
              <a:rPr lang="en-US" sz="1500" b="0" u="none" strike="noStrike">
                <a:solidFill>
                  <a:srgbClr val="000000"/>
                </a:solidFill>
                <a:effectLst/>
                <a:uFillTx/>
                <a:latin typeface="Arial"/>
                <a:ea typeface="DejaVu Sans"/>
              </a:rPr>
              <a:t>Fourth Outline Level</a:t>
            </a:r>
            <a:endParaRPr lang="en-US" sz="1500" b="0" u="none" strike="noStrike">
              <a:solidFill>
                <a:srgbClr val="000000"/>
              </a:solidFill>
              <a:effectLst/>
              <a:uFillTx/>
              <a:latin typeface="Arial"/>
            </a:endParaRPr>
          </a:p>
          <a:p>
            <a:pPr marL="2160000" lvl="4" indent="-216000" algn="l" defTabSz="914400">
              <a:lnSpc>
                <a:spcPct val="90000"/>
              </a:lnSpc>
              <a:spcBef>
                <a:spcPts val="213"/>
              </a:spcBef>
              <a:buClr>
                <a:srgbClr val="000000"/>
              </a:buClr>
              <a:buSzPct val="45000"/>
              <a:buFont typeface="Wingdings" charset="2"/>
              <a:buChar char=""/>
            </a:pPr>
            <a:r>
              <a:rPr lang="en-US" sz="1500" b="0" u="none" strike="noStrike">
                <a:solidFill>
                  <a:srgbClr val="000000"/>
                </a:solidFill>
                <a:effectLst/>
                <a:uFillTx/>
                <a:latin typeface="Arial"/>
                <a:ea typeface="DejaVu Sans"/>
              </a:rPr>
              <a:t>Fifth Outline Level</a:t>
            </a:r>
            <a:endParaRPr lang="en-US" sz="1500" b="0" u="none" strike="noStrike">
              <a:solidFill>
                <a:srgbClr val="000000"/>
              </a:solidFill>
              <a:effectLst/>
              <a:uFillTx/>
              <a:latin typeface="Arial"/>
            </a:endParaRPr>
          </a:p>
          <a:p>
            <a:pPr marL="2592000" lvl="5" indent="-216000" algn="l" defTabSz="914400">
              <a:lnSpc>
                <a:spcPct val="90000"/>
              </a:lnSpc>
              <a:spcBef>
                <a:spcPts val="213"/>
              </a:spcBef>
              <a:buClr>
                <a:srgbClr val="000000"/>
              </a:buClr>
              <a:buSzPct val="45000"/>
              <a:buFont typeface="Wingdings" charset="2"/>
              <a:buChar char=""/>
            </a:pPr>
            <a:r>
              <a:rPr lang="en-US" sz="1500" b="0" u="none" strike="noStrike">
                <a:solidFill>
                  <a:srgbClr val="000000"/>
                </a:solidFill>
                <a:effectLst/>
                <a:uFillTx/>
                <a:latin typeface="Arial"/>
                <a:ea typeface="DejaVu Sans"/>
              </a:rPr>
              <a:t>Sixth Outline Level</a:t>
            </a:r>
            <a:endParaRPr lang="en-US" sz="1500" b="0" u="none" strike="noStrike">
              <a:solidFill>
                <a:srgbClr val="000000"/>
              </a:solidFill>
              <a:effectLst/>
              <a:uFillTx/>
              <a:latin typeface="Arial"/>
            </a:endParaRPr>
          </a:p>
          <a:p>
            <a:pPr marL="3024000" lvl="6" indent="-216000" algn="l" defTabSz="914400">
              <a:lnSpc>
                <a:spcPct val="90000"/>
              </a:lnSpc>
              <a:spcBef>
                <a:spcPts val="213"/>
              </a:spcBef>
              <a:buClr>
                <a:srgbClr val="000000"/>
              </a:buClr>
              <a:buSzPct val="45000"/>
              <a:buFont typeface="Wingdings" charset="2"/>
              <a:buChar char=""/>
            </a:pPr>
            <a:r>
              <a:rPr lang="en-US" sz="1500" b="0" u="none" strike="noStrike">
                <a:solidFill>
                  <a:srgbClr val="000000"/>
                </a:solidFill>
                <a:effectLst/>
                <a:uFillTx/>
                <a:latin typeface="Arial"/>
                <a:ea typeface="DejaVu Sans"/>
              </a:rPr>
              <a:t>Seventh Outline Level</a:t>
            </a:r>
            <a:endParaRPr lang="en-US" sz="1500" b="0" u="none" strike="noStrike">
              <a:solidFill>
                <a:srgbClr val="000000"/>
              </a:solidFill>
              <a:effectLst/>
              <a:uFillTx/>
              <a:latin typeface="Arial"/>
            </a:endParaRPr>
          </a:p>
        </p:txBody>
      </p:sp>
      <p:sp>
        <p:nvSpPr>
          <p:cNvPr id="17" name="PlaceHolder 3"/>
          <p:cNvSpPr>
            <a:spLocks noGrp="1"/>
          </p:cNvSpPr>
          <p:nvPr>
            <p:ph type="dt" idx="7"/>
          </p:nvPr>
        </p:nvSpPr>
        <p:spPr>
          <a:xfrm>
            <a:off x="504000" y="5165280"/>
            <a:ext cx="2347920" cy="390600"/>
          </a:xfrm>
          <a:prstGeom prst="rect">
            <a:avLst/>
          </a:prstGeom>
          <a:noFill/>
          <a:ln w="0">
            <a:noFill/>
          </a:ln>
        </p:spPr>
        <p:txBody>
          <a:bodyPr lIns="0" tIns="0" rIns="0" bIns="0" anchor="t">
            <a:noAutofit/>
          </a:bodyPr>
          <a:lstStyle>
            <a:lvl1pPr indent="0" algn="l" defTabSz="914400">
              <a:lnSpc>
                <a:spcPct val="100000"/>
              </a:lnSpc>
              <a:buNone/>
              <a:tabLst>
                <a:tab pos="0" algn="l"/>
              </a:tabLst>
              <a:defRPr lang="en-US" sz="1400" b="0" u="none" strike="noStrike">
                <a:solidFill>
                  <a:srgbClr val="000000"/>
                </a:solidFill>
                <a:effectLst/>
                <a:uFillTx/>
                <a:latin typeface="Arial"/>
                <a:ea typeface="DejaVu Sans"/>
              </a:defRPr>
            </a:lvl1pPr>
          </a:lstStyle>
          <a:p>
            <a:pPr indent="0" algn="l" defTabSz="914400">
              <a:lnSpc>
                <a:spcPct val="100000"/>
              </a:lnSpc>
              <a:buNone/>
              <a:tabLst>
                <a:tab pos="0" algn="l"/>
              </a:tabLst>
            </a:pPr>
            <a:r>
              <a:rPr lang="en-US" sz="1400" b="0" u="none" strike="noStrike">
                <a:solidFill>
                  <a:srgbClr val="000000"/>
                </a:solidFill>
                <a:effectLst/>
                <a:uFillTx/>
                <a:latin typeface="Arial"/>
                <a:ea typeface="DejaVu Sans"/>
              </a:rPr>
              <a:t>&lt;date/time&gt;</a:t>
            </a:r>
            <a:endParaRPr lang="en-US" sz="1400" b="0" u="none" strike="noStrike">
              <a:solidFill>
                <a:srgbClr val="000000"/>
              </a:solidFill>
              <a:effectLst/>
              <a:uFillTx/>
              <a:latin typeface="Times New Roman"/>
            </a:endParaRPr>
          </a:p>
        </p:txBody>
      </p:sp>
      <p:sp>
        <p:nvSpPr>
          <p:cNvPr id="18" name="PlaceHolder 4"/>
          <p:cNvSpPr>
            <a:spLocks noGrp="1"/>
          </p:cNvSpPr>
          <p:nvPr>
            <p:ph type="ftr" idx="8"/>
          </p:nvPr>
        </p:nvSpPr>
        <p:spPr>
          <a:xfrm>
            <a:off x="3447360" y="5165280"/>
            <a:ext cx="3194640" cy="390600"/>
          </a:xfrm>
          <a:prstGeom prst="rect">
            <a:avLst/>
          </a:prstGeom>
          <a:noFill/>
          <a:ln w="0">
            <a:noFill/>
          </a:ln>
        </p:spPr>
        <p:txBody>
          <a:bodyPr lIns="0" tIns="0" rIns="0" bIns="0" anchor="t">
            <a:noAutofit/>
          </a:bodyPr>
          <a:lstStyle>
            <a:lvl1pPr indent="0" algn="ctr" defTabSz="914400">
              <a:lnSpc>
                <a:spcPct val="100000"/>
              </a:lnSpc>
              <a:buNone/>
              <a:tabLst>
                <a:tab pos="0" algn="l"/>
              </a:tabLst>
              <a:defRPr lang="en-US" sz="1400" b="0" u="none" strike="noStrike">
                <a:solidFill>
                  <a:srgbClr val="000000"/>
                </a:solidFill>
                <a:effectLst/>
                <a:uFillTx/>
                <a:latin typeface="Arial"/>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Arial"/>
                <a:ea typeface="DejaVu Sans"/>
              </a:rPr>
              <a:t>&lt;footer&gt;</a:t>
            </a:r>
            <a:endParaRPr lang="en-US" sz="1400" b="0" u="none" strike="noStrike">
              <a:solidFill>
                <a:srgbClr val="000000"/>
              </a:solidFill>
              <a:effectLst/>
              <a:uFillTx/>
              <a:latin typeface="Times New Roman"/>
            </a:endParaRPr>
          </a:p>
        </p:txBody>
      </p:sp>
      <p:sp>
        <p:nvSpPr>
          <p:cNvPr id="19" name="PlaceHolder 5"/>
          <p:cNvSpPr>
            <a:spLocks noGrp="1"/>
          </p:cNvSpPr>
          <p:nvPr>
            <p:ph type="sldNum" idx="9"/>
          </p:nvPr>
        </p:nvSpPr>
        <p:spPr>
          <a:xfrm>
            <a:off x="7227360" y="5165280"/>
            <a:ext cx="2347920" cy="390600"/>
          </a:xfrm>
          <a:prstGeom prst="rect">
            <a:avLst/>
          </a:prstGeom>
          <a:noFill/>
          <a:ln w="0">
            <a:noFill/>
          </a:ln>
        </p:spPr>
        <p:txBody>
          <a:bodyPr lIns="0" tIns="0" rIns="0" bIns="0" anchor="t">
            <a:noAutofit/>
          </a:bodyPr>
          <a:lstStyle>
            <a:lvl1pPr indent="0" algn="r" defTabSz="914400">
              <a:lnSpc>
                <a:spcPct val="100000"/>
              </a:lnSpc>
              <a:buNone/>
              <a:tabLst>
                <a:tab pos="0" algn="l"/>
              </a:tabLst>
              <a:defRPr lang="en-US" sz="1400" b="0" u="none" strike="noStrike">
                <a:solidFill>
                  <a:srgbClr val="000000"/>
                </a:solidFill>
                <a:effectLst/>
                <a:uFillTx/>
                <a:latin typeface="Arial"/>
                <a:ea typeface="DejaVu Sans"/>
              </a:defRPr>
            </a:lvl1pPr>
          </a:lstStyle>
          <a:p>
            <a:pPr indent="0" algn="r" defTabSz="914400">
              <a:lnSpc>
                <a:spcPct val="100000"/>
              </a:lnSpc>
              <a:buNone/>
              <a:tabLst>
                <a:tab pos="0" algn="l"/>
              </a:tabLst>
            </a:pPr>
            <a:fld id="{FC79E2A3-348B-4F79-AB40-BDAE33C97074}" type="slidenum">
              <a:rPr lang="en-US" sz="1400" b="0" u="none" strike="noStrike">
                <a:solidFill>
                  <a:srgbClr val="000000"/>
                </a:solidFill>
                <a:effectLst/>
                <a:uFillTx/>
                <a:latin typeface="Arial"/>
                <a:ea typeface="DejaVu Sans"/>
              </a:rPr>
              <a:t>&lt;number&gt;</a:t>
            </a:fld>
            <a:endParaRPr lang="en-US" sz="14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3.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3.xml"/>
</Relationships>
</file>

<file path=ppt/slides/_rels/slide8.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3.xml"/>
</Relationships>
</file>

<file path=ppt/slides/_rels/slide9.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3.xml"/>
</Relationships>
</file>

<file path=ppt/slides/_rels/slide10.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3.xml"/>
</Relationships>
</file>

<file path=ppt/slides/_rels/slide1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
</Relationships>
</file>

<file path=ppt/slides/_rels/slide1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3.xml"/>
</Relationships>
</file>

<file path=ppt/slides/_rels/slide13.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
</Relationships>
</file>

<file path=ppt/slides/_rels/slide14.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3.xml"/>
</Relationships>
</file>

<file path=ppt/slides/_rels/slide15.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3.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 name="PlaceHolder 1"/>
          <p:cNvSpPr>
            <a:spLocks noGrp="1"/>
          </p:cNvSpPr>
          <p:nvPr>
            <p:ph type="title"/>
          </p:nvPr>
        </p:nvSpPr>
        <p:spPr>
          <a:xfrm>
            <a:off x="504000" y="809640"/>
            <a:ext cx="9071640" cy="12963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4400" b="0" u="none" strike="noStrike">
                <a:solidFill>
                  <a:srgbClr val="FFFFFF"/>
                </a:solidFill>
                <a:effectLst/>
                <a:uFillTx/>
                <a:latin typeface="Arial"/>
                <a:ea typeface="DejaVu Sans"/>
              </a:rPr>
              <a:t>Will I </a:t>
            </a:r>
            <a:r>
              <a:rPr lang="en-US" sz="4400" b="0" u="none" strike="noStrike">
                <a:solidFill>
                  <a:srgbClr val="FFFFFF"/>
                </a:solidFill>
                <a:effectLst/>
                <a:uFillTx/>
                <a:latin typeface="Arial"/>
                <a:ea typeface="DejaVu Sans"/>
              </a:rPr>
              <a:t>Stay or </a:t>
            </a:r>
            <a:r>
              <a:rPr lang="en-US" sz="4400" b="0" u="none" strike="noStrike">
                <a:solidFill>
                  <a:srgbClr val="FFFFFF"/>
                </a:solidFill>
                <a:effectLst/>
                <a:uFillTx/>
                <a:latin typeface="Arial"/>
                <a:ea typeface="DejaVu Sans"/>
              </a:rPr>
              <a:t>Will I Go </a:t>
            </a:r>
            <a:r>
              <a:rPr lang="en-US" sz="4400" b="0" u="none" strike="noStrike">
                <a:solidFill>
                  <a:srgbClr val="FFFFFF"/>
                </a:solidFill>
                <a:effectLst/>
                <a:uFillTx/>
                <a:latin typeface="Arial"/>
                <a:ea typeface="DejaVu Sans"/>
              </a:rPr>
              <a:t>Now?</a:t>
            </a:r>
            <a:br>
              <a:rPr sz="4400"/>
            </a:br>
            <a:r>
              <a:rPr lang="en-US" sz="4400" b="0" u="none" strike="noStrike">
                <a:solidFill>
                  <a:srgbClr val="FFFFFF"/>
                </a:solidFill>
                <a:effectLst/>
                <a:uFillTx/>
                <a:latin typeface="Arial"/>
                <a:ea typeface="DejaVu Sans"/>
              </a:rPr>
              <a:t>A report </a:t>
            </a:r>
            <a:r>
              <a:rPr lang="en-US" sz="4400" b="0" u="none" strike="noStrike">
                <a:solidFill>
                  <a:srgbClr val="FFFFFF"/>
                </a:solidFill>
                <a:effectLst/>
                <a:uFillTx/>
                <a:latin typeface="Arial"/>
                <a:ea typeface="DejaVu Sans"/>
              </a:rPr>
              <a:t>on </a:t>
            </a:r>
            <a:r>
              <a:rPr lang="en-US" sz="4400" b="0" u="none" strike="noStrike">
                <a:solidFill>
                  <a:srgbClr val="FFFFFF"/>
                </a:solidFill>
                <a:effectLst/>
                <a:uFillTx/>
                <a:latin typeface="Arial"/>
                <a:ea typeface="DejaVu Sans"/>
              </a:rPr>
              <a:t>Attrition</a:t>
            </a:r>
            <a:endParaRPr lang="en-US" sz="4400" b="0" u="none" strike="noStrike">
              <a:solidFill>
                <a:srgbClr val="FFFFFF"/>
              </a:solidFill>
              <a:effectLst/>
              <a:uFillTx/>
              <a:latin typeface="Arial"/>
            </a:endParaRPr>
          </a:p>
        </p:txBody>
      </p:sp>
      <p:sp>
        <p:nvSpPr>
          <p:cNvPr id="21" name="PlaceHolder 2"/>
          <p:cNvSpPr>
            <a:spLocks noGrp="1"/>
          </p:cNvSpPr>
          <p:nvPr>
            <p:ph type="subTitle"/>
          </p:nvPr>
        </p:nvSpPr>
        <p:spPr>
          <a:xfrm>
            <a:off x="504000" y="2375640"/>
            <a:ext cx="9071640" cy="2754360"/>
          </a:xfrm>
          <a:prstGeom prst="rect">
            <a:avLst/>
          </a:prstGeom>
          <a:noFill/>
          <a:ln w="0">
            <a:noFill/>
          </a:ln>
        </p:spPr>
        <p:txBody>
          <a:bodyPr lIns="0" tIns="0" rIns="0" bIns="0" anchor="ctr">
            <a:spAutoFit/>
          </a:bodyPr>
          <a:p>
            <a:pPr marL="228600" indent="0" algn="ctr" defTabSz="914400">
              <a:lnSpc>
                <a:spcPct val="90000"/>
              </a:lnSpc>
              <a:spcBef>
                <a:spcPts val="1414"/>
              </a:spcBef>
              <a:buNone/>
              <a:tabLst>
                <a:tab pos="0" algn="l"/>
              </a:tabLst>
            </a:pPr>
            <a:r>
              <a:rPr lang="en-US" sz="3200" b="0" u="none" strike="noStrike">
                <a:solidFill>
                  <a:srgbClr val="FFFFFF"/>
                </a:solidFill>
                <a:effectLst/>
                <a:uFillTx/>
                <a:latin typeface="Arial"/>
                <a:ea typeface="DejaVu Sans"/>
              </a:rPr>
              <a:t>By: </a:t>
            </a:r>
            <a:endParaRPr lang="en-US" sz="3200" b="0" u="none" strike="noStrike">
              <a:solidFill>
                <a:srgbClr val="000000"/>
              </a:solidFill>
              <a:effectLst/>
              <a:uFillTx/>
              <a:latin typeface="Arial"/>
            </a:endParaRPr>
          </a:p>
          <a:p>
            <a:pPr marL="228600" indent="0" algn="ctr" defTabSz="914400">
              <a:lnSpc>
                <a:spcPct val="90000"/>
              </a:lnSpc>
              <a:spcBef>
                <a:spcPts val="1414"/>
              </a:spcBef>
              <a:buNone/>
              <a:tabLst>
                <a:tab pos="0" algn="l"/>
              </a:tabLst>
            </a:pPr>
            <a:r>
              <a:rPr lang="en-US" sz="3200" b="0" u="none" strike="noStrike">
                <a:solidFill>
                  <a:srgbClr val="FFFFFF"/>
                </a:solidFill>
                <a:effectLst/>
                <a:uFillTx/>
                <a:latin typeface="Arial"/>
                <a:ea typeface="DejaVu Sans"/>
              </a:rPr>
              <a:t>Stacy Bowler</a:t>
            </a:r>
            <a:endParaRPr lang="en-US" sz="3200" b="0" u="none" strike="noStrike">
              <a:solidFill>
                <a:srgbClr val="000000"/>
              </a:solidFill>
              <a:effectLst/>
              <a:uFillTx/>
              <a:latin typeface="Arial"/>
            </a:endParaRPr>
          </a:p>
          <a:p>
            <a:pPr marL="228600" indent="0" algn="ctr" defTabSz="914400">
              <a:lnSpc>
                <a:spcPct val="90000"/>
              </a:lnSpc>
              <a:spcBef>
                <a:spcPts val="1414"/>
              </a:spcBef>
              <a:buNone/>
              <a:tabLst>
                <a:tab pos="0" algn="l"/>
              </a:tabLst>
            </a:pPr>
            <a:r>
              <a:rPr lang="en-US" sz="3200" b="0" u="none" strike="noStrike">
                <a:solidFill>
                  <a:srgbClr val="FFFFFF"/>
                </a:solidFill>
                <a:effectLst/>
                <a:uFillTx/>
                <a:latin typeface="Arial"/>
                <a:ea typeface="DejaVu Sans"/>
              </a:rPr>
              <a:t>and</a:t>
            </a:r>
            <a:endParaRPr lang="en-US" sz="3200" b="0" u="none" strike="noStrike">
              <a:solidFill>
                <a:srgbClr val="000000"/>
              </a:solidFill>
              <a:effectLst/>
              <a:uFillTx/>
              <a:latin typeface="Arial"/>
            </a:endParaRPr>
          </a:p>
          <a:p>
            <a:pPr marL="228600" indent="0" algn="ctr" defTabSz="914400">
              <a:lnSpc>
                <a:spcPct val="90000"/>
              </a:lnSpc>
              <a:spcBef>
                <a:spcPts val="1414"/>
              </a:spcBef>
              <a:buNone/>
              <a:tabLst>
                <a:tab pos="0" algn="l"/>
              </a:tabLst>
            </a:pPr>
            <a:r>
              <a:rPr lang="en-US" sz="3200" b="0" u="none" strike="noStrike">
                <a:solidFill>
                  <a:srgbClr val="FFFFFF"/>
                </a:solidFill>
                <a:effectLst/>
                <a:uFillTx/>
                <a:latin typeface="Arial"/>
                <a:ea typeface="DejaVu Sans"/>
              </a:rPr>
              <a:t>Derrik Miller</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Business Problem</a:t>
            </a:r>
            <a:endParaRPr lang="en-US" sz="3300" b="0" u="none" strike="noStrike">
              <a:solidFill>
                <a:srgbClr val="000000"/>
              </a:solidFill>
              <a:effectLst/>
              <a:uFillTx/>
              <a:latin typeface="Arial"/>
            </a:endParaRPr>
          </a:p>
        </p:txBody>
      </p:sp>
      <p:sp>
        <p:nvSpPr>
          <p:cNvPr id="23" name="PlaceHolder 2"/>
          <p:cNvSpPr>
            <a:spLocks noGrp="1"/>
          </p:cNvSpPr>
          <p:nvPr>
            <p:ph/>
          </p:nvPr>
        </p:nvSpPr>
        <p:spPr>
          <a:xfrm>
            <a:off x="504000" y="1371600"/>
            <a:ext cx="9071640" cy="3287880"/>
          </a:xfrm>
          <a:prstGeom prst="rect">
            <a:avLst/>
          </a:prstGeom>
          <a:noFill/>
          <a:ln w="0">
            <a:noFill/>
          </a:ln>
        </p:spPr>
        <p:txBody>
          <a:bodyPr lIns="0" tIns="0" rIns="0" bIns="0" anchor="t">
            <a:normAutofit/>
          </a:bodyPr>
          <a:p>
            <a:pPr marL="432000" indent="-324000" algn="l" defTabSz="914400">
              <a:lnSpc>
                <a:spcPct val="100000"/>
              </a:lnSpc>
              <a:spcBef>
                <a:spcPts val="1191"/>
              </a:spcBef>
              <a:spcAft>
                <a:spcPts val="992"/>
              </a:spcAft>
              <a:buClr>
                <a:srgbClr val="000000"/>
              </a:buClr>
              <a:buSzPct val="45000"/>
              <a:buFont typeface="Wingdings" charset="2"/>
              <a:buChar char=""/>
            </a:pPr>
            <a:r>
              <a:rPr lang="en-US" sz="1500" b="0" u="none" strike="noStrike">
                <a:solidFill>
                  <a:srgbClr val="000000"/>
                </a:solidFill>
                <a:effectLst/>
                <a:uFillTx/>
                <a:latin typeface="Arial"/>
                <a:ea typeface="DejaVu Sans"/>
              </a:rPr>
              <a:t>How much financial value does using this predictive model create compared with not using one?</a:t>
            </a:r>
            <a:endParaRPr lang="en-US" sz="1500" b="0" u="none" strike="noStrike">
              <a:solidFill>
                <a:srgbClr val="000000"/>
              </a:solidFill>
              <a:effectLst/>
              <a:uFillTx/>
              <a:latin typeface="Arial"/>
            </a:endParaRPr>
          </a:p>
          <a:p>
            <a:pPr marL="432000" indent="-324000" algn="l" defTabSz="914400">
              <a:lnSpc>
                <a:spcPct val="100000"/>
              </a:lnSpc>
              <a:spcBef>
                <a:spcPts val="1191"/>
              </a:spcBef>
              <a:spcAft>
                <a:spcPts val="992"/>
              </a:spcAft>
              <a:buClr>
                <a:srgbClr val="000000"/>
              </a:buClr>
              <a:buSzPct val="45000"/>
              <a:buFont typeface="Wingdings" charset="2"/>
              <a:buChar char=""/>
            </a:pPr>
            <a:r>
              <a:rPr lang="en-US" sz="1500" b="0" u="none" strike="noStrike">
                <a:solidFill>
                  <a:srgbClr val="000000"/>
                </a:solidFill>
                <a:effectLst/>
                <a:uFillTx/>
                <a:latin typeface="Arial"/>
                <a:ea typeface="DejaVu Sans"/>
              </a:rPr>
              <a:t>The primary objective is to accurately determine which employees are likely to quit before they do.</a:t>
            </a:r>
            <a:endParaRPr lang="en-US" sz="1500" b="0" u="none" strike="noStrike">
              <a:solidFill>
                <a:srgbClr val="000000"/>
              </a:solidFill>
              <a:effectLst/>
              <a:uFillTx/>
              <a:latin typeface="Arial"/>
            </a:endParaRPr>
          </a:p>
        </p:txBody>
      </p:sp>
      <p:sp>
        <p:nvSpPr>
          <p:cNvPr id="24" name="TextBox 23"/>
          <p:cNvSpPr/>
          <p:nvPr/>
        </p:nvSpPr>
        <p:spPr>
          <a:xfrm>
            <a:off x="2273400" y="2721240"/>
            <a:ext cx="5559120" cy="231480"/>
          </a:xfrm>
          <a:prstGeom prst="rect">
            <a:avLst/>
          </a:prstGeom>
          <a:noFill/>
          <a:ln w="18000">
            <a:noFill/>
          </a:ln>
        </p:spPr>
        <p:style>
          <a:lnRef idx="0"/>
          <a:fillRef idx="0"/>
          <a:effectRef idx="0"/>
          <a:fontRef idx="minor"/>
        </p:style>
        <p:txBody>
          <a:bodyPr lIns="90000" tIns="45000" rIns="90000" bIns="45000" anchor="t">
            <a:noAutofit/>
          </a:bodyPr>
          <a:p>
            <a:pPr algn="ctr" defTabSz="914400">
              <a:lnSpc>
                <a:spcPct val="100000"/>
              </a:lnSpc>
              <a:spcBef>
                <a:spcPts val="1191"/>
              </a:spcBef>
              <a:spcAft>
                <a:spcPts val="992"/>
              </a:spcAft>
            </a:pPr>
            <a:r>
              <a:rPr lang="en-US" sz="1000" b="0" u="none" strike="noStrike">
                <a:solidFill>
                  <a:srgbClr val="FFFFFF"/>
                </a:solidFill>
                <a:effectLst/>
                <a:uFillTx/>
                <a:latin typeface="Arial"/>
                <a:ea typeface="DejaVu Sans"/>
              </a:rPr>
              <a:t>How much financial value does using this predictive model create compared with not using one?</a:t>
            </a:r>
            <a:endParaRPr lang="en-US" sz="1000" b="0" u="none" strike="noStrike">
              <a:solidFill>
                <a:srgbClr val="000000"/>
              </a:solidFill>
              <a:effectLst/>
              <a:uFillTx/>
              <a:latin typeface="Arial"/>
            </a:endParaRPr>
          </a:p>
        </p:txBody>
      </p:sp>
      <p:sp>
        <p:nvSpPr>
          <p:cNvPr id="25" name="TextBox 24"/>
          <p:cNvSpPr/>
          <p:nvPr/>
        </p:nvSpPr>
        <p:spPr>
          <a:xfrm>
            <a:off x="2273760" y="2721240"/>
            <a:ext cx="5559120" cy="231480"/>
          </a:xfrm>
          <a:prstGeom prst="rect">
            <a:avLst/>
          </a:prstGeom>
          <a:noFill/>
          <a:ln w="18000">
            <a:noFill/>
          </a:ln>
        </p:spPr>
        <p:style>
          <a:lnRef idx="0"/>
          <a:fillRef idx="0"/>
          <a:effectRef idx="0"/>
          <a:fontRef idx="minor"/>
        </p:style>
        <p:txBody>
          <a:bodyPr lIns="90000" tIns="45000" rIns="90000" bIns="45000" anchor="t">
            <a:noAutofit/>
          </a:bodyPr>
          <a:p>
            <a:pPr algn="ctr" defTabSz="914400">
              <a:lnSpc>
                <a:spcPct val="100000"/>
              </a:lnSpc>
              <a:spcBef>
                <a:spcPts val="1191"/>
              </a:spcBef>
              <a:spcAft>
                <a:spcPts val="992"/>
              </a:spcAft>
            </a:pPr>
            <a:r>
              <a:rPr lang="en-US" sz="1000" b="0" u="none" strike="noStrike">
                <a:solidFill>
                  <a:srgbClr val="FFFFFF"/>
                </a:solidFill>
                <a:effectLst/>
                <a:uFillTx/>
                <a:latin typeface="Arial"/>
                <a:ea typeface="DejaVu Sans"/>
              </a:rPr>
              <a:t>How much financial value does using this predictive model create compared with not using one?</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Executive Summary</a:t>
            </a:r>
            <a:endParaRPr lang="en-US" sz="3300" b="0" u="none" strike="noStrike">
              <a:solidFill>
                <a:srgbClr val="000000"/>
              </a:solidFill>
              <a:effectLst/>
              <a:uFillTx/>
              <a:latin typeface="Arial"/>
            </a:endParaRPr>
          </a:p>
        </p:txBody>
      </p:sp>
      <p:sp>
        <p:nvSpPr>
          <p:cNvPr id="27" name="PlaceHolder 2"/>
          <p:cNvSpPr>
            <a:spLocks noGrp="1"/>
          </p:cNvSpPr>
          <p:nvPr>
            <p:ph/>
          </p:nvPr>
        </p:nvSpPr>
        <p:spPr>
          <a:xfrm>
            <a:off x="504000" y="1326600"/>
            <a:ext cx="9071640" cy="3930840"/>
          </a:xfrm>
          <a:prstGeom prst="rect">
            <a:avLst/>
          </a:prstGeom>
          <a:noFill/>
          <a:ln w="0">
            <a:noFill/>
          </a:ln>
        </p:spPr>
        <p:txBody>
          <a:bodyPr lIns="0" tIns="0" rIns="0" bIns="0" anchor="t">
            <a:normAutofit fontScale="92500" lnSpcReduction="9999"/>
          </a:bodyPr>
          <a:p>
            <a:pPr indent="0" algn="l" defTabSz="914400">
              <a:lnSpc>
                <a:spcPct val="100000"/>
              </a:lnSpc>
              <a:spcBef>
                <a:spcPts val="1060"/>
              </a:spcBef>
              <a:buNone/>
              <a:tabLst>
                <a:tab pos="0" algn="l"/>
              </a:tabLst>
            </a:pPr>
            <a:endParaRPr lang="en-US" sz="2400" b="0" u="none" strike="noStrike">
              <a:solidFill>
                <a:srgbClr val="000000"/>
              </a:solidFill>
              <a:effectLst/>
              <a:uFillTx/>
              <a:latin typeface="Arial"/>
            </a:endParaRPr>
          </a:p>
          <a:p>
            <a:pPr indent="0" algn="l" defTabSz="914400">
              <a:lnSpc>
                <a:spcPct val="100000"/>
              </a:lnSpc>
              <a:spcBef>
                <a:spcPts val="1060"/>
              </a:spcBef>
              <a:buNone/>
              <a:tabLst>
                <a:tab pos="0" algn="l"/>
              </a:tabLst>
            </a:pPr>
            <a:endParaRPr lang="en-US" sz="2400" b="0" u="none" strike="noStrike">
              <a:solidFill>
                <a:srgbClr val="000000"/>
              </a:solidFill>
              <a:effectLst/>
              <a:uFillTx/>
              <a:latin typeface="Arial"/>
            </a:endParaRPr>
          </a:p>
          <a:p>
            <a:pPr indent="0" algn="l" defTabSz="914400">
              <a:lnSpc>
                <a:spcPct val="100000"/>
              </a:lnSpc>
              <a:spcBef>
                <a:spcPts val="1060"/>
              </a:spcBef>
              <a:buNone/>
              <a:tabLst>
                <a:tab pos="0" algn="l"/>
              </a:tabLst>
            </a:pPr>
            <a:endParaRPr lang="en-US" sz="2400" b="0" u="none" strike="noStrike">
              <a:solidFill>
                <a:srgbClr val="000000"/>
              </a:solidFill>
              <a:effectLst/>
              <a:uFillTx/>
              <a:latin typeface="Arial"/>
            </a:endParaRPr>
          </a:p>
          <a:p>
            <a:pPr indent="0" algn="l" defTabSz="914400">
              <a:lnSpc>
                <a:spcPct val="100000"/>
              </a:lnSpc>
              <a:spcBef>
                <a:spcPts val="1060"/>
              </a:spcBef>
              <a:buNone/>
              <a:tabLst>
                <a:tab pos="0" algn="l"/>
              </a:tabLst>
            </a:pPr>
            <a:endParaRPr lang="en-US" sz="2400" b="0" u="none" strike="noStrike">
              <a:solidFill>
                <a:srgbClr val="000000"/>
              </a:solidFill>
              <a:effectLst/>
              <a:uFillTx/>
              <a:latin typeface="Arial"/>
            </a:endParaRPr>
          </a:p>
          <a:p>
            <a:pPr marL="432000" indent="-324000" algn="l" defTabSz="914400">
              <a:lnSpc>
                <a:spcPct val="100000"/>
              </a:lnSpc>
              <a:spcBef>
                <a:spcPts val="1191"/>
              </a:spcBef>
              <a:spcAft>
                <a:spcPts val="992"/>
              </a:spcAft>
              <a:buClr>
                <a:srgbClr val="000000"/>
              </a:buClr>
              <a:buSzPct val="45000"/>
              <a:buFont typeface="Wingdings" charset="2"/>
              <a:buChar char=""/>
              <a:tabLst>
                <a:tab pos="0" algn="l"/>
              </a:tabLst>
            </a:pPr>
            <a:r>
              <a:rPr lang="en-US" sz="1400" b="0" u="none" strike="noStrike">
                <a:solidFill>
                  <a:srgbClr val="000000"/>
                </a:solidFill>
                <a:effectLst/>
                <a:uFillTx/>
                <a:latin typeface="Arial"/>
                <a:ea typeface="DejaVu Sans"/>
              </a:rPr>
              <a:t>The utility function reflects the incremental financial impact of acting on the model's recommendations. A true positive represents the expected net savings from successfully retaining an employee, while a false positive represents the cost of an unnecessary retention intervention. False negatives and true negatives are assigned zero utility because they represent the baseline outcome in which no intervention occurs.</a:t>
            </a:r>
            <a:endParaRPr lang="en-US" sz="1400" b="0" u="none" strike="noStrike">
              <a:solidFill>
                <a:srgbClr val="000000"/>
              </a:solidFill>
              <a:effectLst/>
              <a:uFillTx/>
              <a:latin typeface="Arial"/>
            </a:endParaRPr>
          </a:p>
          <a:p>
            <a:pPr marL="432000" indent="-324000" algn="l" defTabSz="914400">
              <a:lnSpc>
                <a:spcPct val="100000"/>
              </a:lnSpc>
              <a:spcBef>
                <a:spcPts val="1191"/>
              </a:spcBef>
              <a:spcAft>
                <a:spcPts val="992"/>
              </a:spcAft>
              <a:buClr>
                <a:srgbClr val="000000"/>
              </a:buClr>
              <a:buSzPct val="45000"/>
              <a:buFont typeface="Wingdings" charset="2"/>
              <a:buChar char=""/>
              <a:tabLst>
                <a:tab pos="0" algn="l"/>
              </a:tabLst>
            </a:pPr>
            <a:r>
              <a:rPr lang="en-US" sz="1400" b="0" u="none" strike="noStrike">
                <a:solidFill>
                  <a:srgbClr val="000000"/>
                </a:solidFill>
                <a:effectLst/>
                <a:uFillTx/>
                <a:latin typeface="Arial"/>
                <a:ea typeface="DejaVu Sans"/>
              </a:rPr>
              <a:t>It is based on our assumptions:</a:t>
            </a:r>
            <a:endParaRPr lang="en-US" sz="14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tabLst>
                <a:tab pos="0" algn="l"/>
              </a:tabLst>
            </a:pPr>
            <a:r>
              <a:rPr lang="en-US" sz="1400" b="0" u="none" strike="noStrike">
                <a:solidFill>
                  <a:srgbClr val="000000"/>
                </a:solidFill>
                <a:effectLst/>
                <a:uFillTx/>
                <a:latin typeface="Arial"/>
                <a:ea typeface="DejaVu Sans"/>
              </a:rPr>
              <a:t>Cost of employee turnover: $40,000</a:t>
            </a:r>
            <a:endParaRPr lang="en-US" sz="14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tabLst>
                <a:tab pos="0" algn="l"/>
              </a:tabLst>
            </a:pPr>
            <a:r>
              <a:rPr lang="en-US" sz="1400" b="0" u="none" strike="noStrike">
                <a:solidFill>
                  <a:srgbClr val="000000"/>
                </a:solidFill>
                <a:effectLst/>
                <a:uFillTx/>
                <a:latin typeface="Arial"/>
                <a:ea typeface="DejaVu Sans"/>
              </a:rPr>
              <a:t>Cost of retention intervention: $8,000</a:t>
            </a:r>
            <a:endParaRPr lang="en-US" sz="14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tabLst>
                <a:tab pos="0" algn="l"/>
              </a:tabLst>
            </a:pPr>
            <a:r>
              <a:rPr lang="en-US" sz="1400" b="0" u="none" strike="noStrike">
                <a:solidFill>
                  <a:srgbClr val="000000"/>
                </a:solidFill>
                <a:effectLst/>
                <a:uFillTx/>
                <a:latin typeface="Arial"/>
                <a:ea typeface="DejaVu Sans"/>
              </a:rPr>
              <a:t>Retention intervention success rate: 60%</a:t>
            </a:r>
            <a:endParaRPr lang="en-US" sz="1400" b="0" u="none" strike="noStrike">
              <a:solidFill>
                <a:srgbClr val="000000"/>
              </a:solidFill>
              <a:effectLst/>
              <a:uFillTx/>
              <a:latin typeface="Arial"/>
            </a:endParaRPr>
          </a:p>
        </p:txBody>
      </p:sp>
      <p:pic>
        <p:nvPicPr>
          <p:cNvPr id="28" name="Picture 27"/>
          <p:cNvPicPr/>
          <p:nvPr/>
        </p:nvPicPr>
        <p:blipFill>
          <a:blip r:embed="rId1"/>
          <a:stretch/>
        </p:blipFill>
        <p:spPr>
          <a:xfrm>
            <a:off x="1143000" y="1410120"/>
            <a:ext cx="7600320" cy="1104120"/>
          </a:xfrm>
          <a:prstGeom prst="rect">
            <a:avLst/>
          </a:prstGeom>
          <a:noFill/>
          <a:ln w="1800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Data Summary</a:t>
            </a:r>
            <a:endParaRPr lang="en-US" sz="3300" b="0" u="none" strike="noStrike">
              <a:solidFill>
                <a:srgbClr val="000000"/>
              </a:solidFill>
              <a:effectLst/>
              <a:uFillTx/>
              <a:latin typeface="Arial"/>
            </a:endParaRPr>
          </a:p>
        </p:txBody>
      </p:sp>
      <p:sp>
        <p:nvSpPr>
          <p:cNvPr id="30" name="PlaceHolder 2"/>
          <p:cNvSpPr>
            <a:spLocks noGrp="1"/>
          </p:cNvSpPr>
          <p:nvPr>
            <p:ph/>
          </p:nvPr>
        </p:nvSpPr>
        <p:spPr>
          <a:xfrm>
            <a:off x="529200" y="1326600"/>
            <a:ext cx="9071640" cy="3287880"/>
          </a:xfrm>
          <a:prstGeom prst="rect">
            <a:avLst/>
          </a:prstGeom>
          <a:noFill/>
          <a:ln w="0">
            <a:noFill/>
          </a:ln>
        </p:spPr>
        <p:txBody>
          <a:bodyPr lIns="0" tIns="0" rIns="0" bIns="0" anchor="t">
            <a:normAutofit/>
          </a:bodyPr>
          <a:p>
            <a:pPr marL="432000" indent="-324000" algn="l" defTabSz="914400">
              <a:lnSpc>
                <a:spcPct val="10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Data source: kaggle.com</a:t>
            </a:r>
            <a:endParaRPr lang="en-US" sz="24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pPr>
            <a:r>
              <a:rPr lang="en-US" sz="2100" b="0" u="none" strike="noStrike">
                <a:solidFill>
                  <a:srgbClr val="000000"/>
                </a:solidFill>
                <a:effectLst/>
                <a:uFillTx/>
                <a:latin typeface="Arial"/>
                <a:ea typeface="DejaVu Sans"/>
              </a:rPr>
              <a:t>The data appears to be a fictional dataset created by IBM data scientists.</a:t>
            </a:r>
            <a:endParaRPr lang="en-US" sz="21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pPr>
            <a:r>
              <a:rPr lang="en-US" sz="2100" b="0" u="none" strike="noStrike">
                <a:solidFill>
                  <a:srgbClr val="000000"/>
                </a:solidFill>
                <a:effectLst/>
                <a:uFillTx/>
                <a:latin typeface="Arial"/>
                <a:ea typeface="DejaVu Sans"/>
              </a:rPr>
              <a:t>The dataset contains 1470 rows of data.</a:t>
            </a: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Data Preparation</a:t>
            </a:r>
            <a:endParaRPr lang="en-US" sz="3300" b="0" u="none" strike="noStrike">
              <a:solidFill>
                <a:srgbClr val="000000"/>
              </a:solidFill>
              <a:effectLst/>
              <a:uFillTx/>
              <a:latin typeface="Arial"/>
            </a:endParaRPr>
          </a:p>
        </p:txBody>
      </p:sp>
      <p:sp>
        <p:nvSpPr>
          <p:cNvPr id="32" name="PlaceHolder 2"/>
          <p:cNvSpPr>
            <a:spLocks noGrp="1"/>
          </p:cNvSpPr>
          <p:nvPr>
            <p:ph/>
          </p:nvPr>
        </p:nvSpPr>
        <p:spPr>
          <a:xfrm>
            <a:off x="504000" y="1326600"/>
            <a:ext cx="9071640" cy="3287880"/>
          </a:xfrm>
          <a:prstGeom prst="rect">
            <a:avLst/>
          </a:prstGeom>
          <a:noFill/>
          <a:ln w="0">
            <a:noFill/>
          </a:ln>
        </p:spPr>
        <p:txBody>
          <a:bodyPr lIns="0" tIns="0" rIns="0" bIns="0" anchor="t">
            <a:normAutofit/>
          </a:bodyPr>
          <a:p>
            <a:pPr marL="432000" indent="-324000" algn="l" defTabSz="914400">
              <a:lnSpc>
                <a:spcPct val="10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The dataset contains 35 different </a:t>
            </a:r>
            <a:r>
              <a:rPr lang="en-US" sz="2400" b="0" u="none" strike="noStrike">
                <a:solidFill>
                  <a:srgbClr val="000000"/>
                </a:solidFill>
                <a:effectLst/>
                <a:uFillTx/>
                <a:latin typeface="Arial"/>
                <a:ea typeface="DejaVu Sans"/>
              </a:rPr>
              <a:t>points and required little cleaning.</a:t>
            </a:r>
            <a:endParaRPr lang="en-US" sz="24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pPr>
            <a:r>
              <a:rPr lang="en-US" sz="2100" b="0" u="none" strike="noStrike">
                <a:solidFill>
                  <a:srgbClr val="000000"/>
                </a:solidFill>
                <a:effectLst/>
                <a:uFillTx/>
                <a:latin typeface="Arial"/>
                <a:ea typeface="DejaVu Sans"/>
              </a:rPr>
              <a:t>For this project, we converted ‘Attrition’ to </a:t>
            </a:r>
            <a:r>
              <a:rPr lang="en-US" sz="2100" b="0" u="none" strike="noStrike">
                <a:solidFill>
                  <a:srgbClr val="000000"/>
                </a:solidFill>
                <a:effectLst/>
                <a:uFillTx/>
                <a:latin typeface="Arial"/>
                <a:ea typeface="DejaVu Sans"/>
              </a:rPr>
              <a:t>a binary outcome where Yes = 1 - </a:t>
            </a:r>
            <a:r>
              <a:rPr lang="en-US" sz="2100" b="0" u="none" strike="noStrike">
                <a:solidFill>
                  <a:srgbClr val="000000"/>
                </a:solidFill>
                <a:effectLst/>
                <a:uFillTx/>
                <a:latin typeface="Arial"/>
                <a:ea typeface="DejaVu Sans"/>
              </a:rPr>
              <a:t>meaning the employee left the company</a:t>
            </a:r>
            <a:endParaRPr lang="en-US" sz="2100" b="0" u="none" strike="noStrike">
              <a:solidFill>
                <a:srgbClr val="000000"/>
              </a:solidFill>
              <a:effectLst/>
              <a:uFillTx/>
              <a:latin typeface="Arial"/>
            </a:endParaRPr>
          </a:p>
          <a:p>
            <a:pPr marL="864000" lvl="3" indent="-324000" algn="l" defTabSz="914400">
              <a:lnSpc>
                <a:spcPct val="100000"/>
              </a:lnSpc>
              <a:spcBef>
                <a:spcPts val="850"/>
              </a:spcBef>
              <a:buClr>
                <a:srgbClr val="000000"/>
              </a:buClr>
              <a:buSzPct val="75000"/>
              <a:buFont typeface="Symbol" charset="2"/>
              <a:buChar char=""/>
            </a:pPr>
            <a:r>
              <a:rPr lang="en-US" sz="2100" b="0" u="none" strike="noStrike">
                <a:solidFill>
                  <a:srgbClr val="000000"/>
                </a:solidFill>
                <a:effectLst/>
                <a:uFillTx/>
                <a:latin typeface="Arial"/>
                <a:ea typeface="DejaVu Sans"/>
              </a:rPr>
              <a:t>Removed from data </a:t>
            </a:r>
            <a:endParaRPr lang="en-US" sz="2100" b="0" u="none" strike="noStrike">
              <a:solidFill>
                <a:srgbClr val="000000"/>
              </a:solidFill>
              <a:effectLst/>
              <a:uFillTx/>
              <a:latin typeface="Arial"/>
            </a:endParaRPr>
          </a:p>
          <a:p>
            <a:pPr marL="864000" lvl="8" indent="-324000" algn="l" defTabSz="914400">
              <a:lnSpc>
                <a:spcPct val="100000"/>
              </a:lnSpc>
              <a:spcBef>
                <a:spcPts val="850"/>
              </a:spcBef>
              <a:buClr>
                <a:srgbClr val="000000"/>
              </a:buClr>
              <a:buSzPct val="75000"/>
              <a:buFont typeface="Symbol" charset="2"/>
              <a:buChar char=""/>
            </a:pPr>
            <a:r>
              <a:rPr lang="en-US" sz="2400" b="0" u="none" strike="noStrike">
                <a:solidFill>
                  <a:schemeClr val="dk1"/>
                </a:solidFill>
                <a:effectLst/>
                <a:uFillTx/>
                <a:latin typeface="Arial"/>
                <a:ea typeface="DejaVu Sans"/>
              </a:rPr>
              <a:t>'Attrition’, 'Department', </a:t>
            </a:r>
            <a:r>
              <a:rPr lang="en-US" sz="2400" b="0" u="none" strike="noStrike">
                <a:solidFill>
                  <a:schemeClr val="dk1"/>
                </a:solidFill>
                <a:effectLst/>
                <a:uFillTx/>
                <a:latin typeface="Arial"/>
                <a:ea typeface="DejaVu Sans"/>
              </a:rPr>
              <a:t>'EmployeeNumber', 'DailyRate', </a:t>
            </a:r>
            <a:r>
              <a:rPr lang="en-US" sz="2400" b="0" u="none" strike="noStrike">
                <a:solidFill>
                  <a:schemeClr val="dk1"/>
                </a:solidFill>
                <a:effectLst/>
                <a:uFillTx/>
                <a:latin typeface="Arial"/>
                <a:ea typeface="DejaVu Sans"/>
              </a:rPr>
              <a:t>'MonthlyIncome', </a:t>
            </a:r>
            <a:r>
              <a:rPr lang="en-US" sz="2400" b="0" u="none" strike="noStrike">
                <a:solidFill>
                  <a:schemeClr val="dk1"/>
                </a:solidFill>
                <a:effectLst/>
                <a:uFillTx/>
                <a:latin typeface="Arial"/>
                <a:ea typeface="DejaVu Sans"/>
              </a:rPr>
              <a:t>'EmployeeCount', 'Over18', </a:t>
            </a:r>
            <a:r>
              <a:rPr lang="en-US" sz="2400" b="0" u="none" strike="noStrike">
                <a:solidFill>
                  <a:schemeClr val="dk1"/>
                </a:solidFill>
                <a:effectLst/>
                <a:uFillTx/>
                <a:latin typeface="Arial"/>
                <a:ea typeface="DejaVu Sans"/>
              </a:rPr>
              <a:t>'PerformanceRating', </a:t>
            </a:r>
            <a:r>
              <a:rPr lang="en-US" sz="2400" b="0" u="none" strike="noStrike">
                <a:solidFill>
                  <a:schemeClr val="dk1"/>
                </a:solidFill>
                <a:effectLst/>
                <a:uFillTx/>
                <a:latin typeface="Arial"/>
                <a:ea typeface="DejaVu Sans"/>
              </a:rPr>
              <a:t>'StandardHours'</a:t>
            </a:r>
            <a:endParaRPr lang="en-US" sz="2400" b="0" u="none" strike="noStrike">
              <a:solidFill>
                <a:srgbClr val="000000"/>
              </a:solidFill>
              <a:effectLst/>
              <a:uFillTx/>
              <a:latin typeface="Arial"/>
            </a:endParaRPr>
          </a:p>
          <a:p>
            <a:pPr indent="0" algn="l" defTabSz="914400">
              <a:lnSpc>
                <a:spcPct val="100000"/>
              </a:lnSpc>
              <a:spcBef>
                <a:spcPts val="850"/>
              </a:spcBef>
              <a:buNone/>
            </a:pP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Overtime vs Attrition</a:t>
            </a:r>
            <a:endParaRPr lang="en-US" sz="3300" b="0" u="none" strike="noStrike">
              <a:solidFill>
                <a:srgbClr val="000000"/>
              </a:solidFill>
              <a:effectLst/>
              <a:uFillTx/>
              <a:latin typeface="Arial"/>
            </a:endParaRPr>
          </a:p>
        </p:txBody>
      </p:sp>
      <p:sp>
        <p:nvSpPr>
          <p:cNvPr id="34" name="PlaceHolder 2"/>
          <p:cNvSpPr>
            <a:spLocks noGrp="1"/>
          </p:cNvSpPr>
          <p:nvPr>
            <p:ph/>
          </p:nvPr>
        </p:nvSpPr>
        <p:spPr>
          <a:xfrm>
            <a:off x="504000" y="1346760"/>
            <a:ext cx="4524840" cy="3267720"/>
          </a:xfrm>
          <a:prstGeom prst="rect">
            <a:avLst/>
          </a:prstGeom>
          <a:noFill/>
          <a:ln w="0">
            <a:noFill/>
          </a:ln>
        </p:spPr>
        <p:txBody>
          <a:bodyPr lIns="0" tIns="0" rIns="0" bIns="0" anchor="t">
            <a:normAutofit/>
          </a:bodyPr>
          <a:p>
            <a:pPr marL="432000" indent="-324000" algn="l" defTabSz="914400">
              <a:lnSpc>
                <a:spcPct val="10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It appears as though employees who work overtime are more likely to leave.</a:t>
            </a:r>
            <a:endParaRPr lang="en-US" sz="2400" b="0" u="none" strike="noStrike">
              <a:solidFill>
                <a:srgbClr val="000000"/>
              </a:solidFill>
              <a:effectLst/>
              <a:uFillTx/>
              <a:latin typeface="Arial"/>
            </a:endParaRPr>
          </a:p>
        </p:txBody>
      </p:sp>
      <p:pic>
        <p:nvPicPr>
          <p:cNvPr id="35" name="Picture 34"/>
          <p:cNvPicPr/>
          <p:nvPr/>
        </p:nvPicPr>
        <p:blipFill>
          <a:blip r:embed="rId1"/>
          <a:stretch/>
        </p:blipFill>
        <p:spPr>
          <a:xfrm>
            <a:off x="4572000" y="957240"/>
            <a:ext cx="5249160" cy="3657240"/>
          </a:xfrm>
          <a:prstGeom prst="rect">
            <a:avLst/>
          </a:prstGeom>
          <a:noFill/>
          <a:ln w="1800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Satisfaction vs Attrition</a:t>
            </a:r>
            <a:endParaRPr lang="en-US" sz="3300" b="0" u="none" strike="noStrike">
              <a:solidFill>
                <a:srgbClr val="000000"/>
              </a:solidFill>
              <a:effectLst/>
              <a:uFillTx/>
              <a:latin typeface="Arial"/>
            </a:endParaRPr>
          </a:p>
        </p:txBody>
      </p:sp>
      <p:sp>
        <p:nvSpPr>
          <p:cNvPr id="37" name="PlaceHolder 2"/>
          <p:cNvSpPr>
            <a:spLocks noGrp="1"/>
          </p:cNvSpPr>
          <p:nvPr>
            <p:ph/>
          </p:nvPr>
        </p:nvSpPr>
        <p:spPr>
          <a:xfrm>
            <a:off x="504000" y="1326600"/>
            <a:ext cx="3381840" cy="3287880"/>
          </a:xfrm>
          <a:prstGeom prst="rect">
            <a:avLst/>
          </a:prstGeom>
          <a:noFill/>
          <a:ln w="0">
            <a:noFill/>
          </a:ln>
        </p:spPr>
        <p:txBody>
          <a:bodyPr lIns="0" tIns="0" rIns="0" bIns="0" anchor="t">
            <a:normAutofit/>
          </a:bodyPr>
          <a:p>
            <a:pPr marL="432000" indent="-324000" algn="l" defTabSz="914400">
              <a:lnSpc>
                <a:spcPct val="10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4 = Very Satisfied, 1 = Not Satisfied.</a:t>
            </a:r>
            <a:endParaRPr lang="en-US" sz="2400" b="0" u="none" strike="noStrike">
              <a:solidFill>
                <a:srgbClr val="000000"/>
              </a:solidFill>
              <a:effectLst/>
              <a:uFillTx/>
              <a:latin typeface="Arial"/>
            </a:endParaRPr>
          </a:p>
          <a:p>
            <a:pPr marL="432000" indent="-324000" algn="l" defTabSz="914400">
              <a:lnSpc>
                <a:spcPct val="10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The more satisfied an employee was, the more likely they would be to stay.</a:t>
            </a:r>
            <a:endParaRPr lang="en-US" sz="2400" b="0" u="none" strike="noStrike">
              <a:solidFill>
                <a:srgbClr val="000000"/>
              </a:solidFill>
              <a:effectLst/>
              <a:uFillTx/>
              <a:latin typeface="Arial"/>
            </a:endParaRPr>
          </a:p>
        </p:txBody>
      </p:sp>
      <p:pic>
        <p:nvPicPr>
          <p:cNvPr id="38" name="Picture 37"/>
          <p:cNvPicPr/>
          <p:nvPr/>
        </p:nvPicPr>
        <p:blipFill>
          <a:blip r:embed="rId1"/>
          <a:stretch/>
        </p:blipFill>
        <p:spPr>
          <a:xfrm>
            <a:off x="3886200" y="939600"/>
            <a:ext cx="6026040" cy="4317840"/>
          </a:xfrm>
          <a:prstGeom prst="rect">
            <a:avLst/>
          </a:prstGeom>
          <a:noFill/>
          <a:ln w="1800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Age vs Attrition</a:t>
            </a:r>
            <a:endParaRPr lang="en-US" sz="3300" b="0" u="none" strike="noStrike">
              <a:solidFill>
                <a:srgbClr val="000000"/>
              </a:solidFill>
              <a:effectLst/>
              <a:uFillTx/>
              <a:latin typeface="Arial"/>
            </a:endParaRPr>
          </a:p>
        </p:txBody>
      </p:sp>
      <p:sp>
        <p:nvSpPr>
          <p:cNvPr id="40" name="PlaceHolder 2"/>
          <p:cNvSpPr>
            <a:spLocks noGrp="1"/>
          </p:cNvSpPr>
          <p:nvPr>
            <p:ph/>
          </p:nvPr>
        </p:nvSpPr>
        <p:spPr>
          <a:xfrm>
            <a:off x="504000" y="1326600"/>
            <a:ext cx="4067640" cy="3930840"/>
          </a:xfrm>
          <a:prstGeom prst="rect">
            <a:avLst/>
          </a:prstGeom>
          <a:noFill/>
          <a:ln w="0">
            <a:noFill/>
          </a:ln>
        </p:spPr>
        <p:txBody>
          <a:bodyPr lIns="0" tIns="0" rIns="0" bIns="0" anchor="t">
            <a:normAutofit fontScale="85000" lnSpcReduction="9999"/>
          </a:bodyPr>
          <a:p>
            <a:pPr marL="432000" indent="-324000" algn="l" defTabSz="914400">
              <a:lnSpc>
                <a:spcPct val="10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According to the data, we see that younger employees are more likely to leave, but this starts to level off then reverse around age 45.</a:t>
            </a:r>
            <a:endParaRPr lang="en-US" sz="24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pPr>
            <a:r>
              <a:rPr lang="en-US" sz="2100" b="0" u="none" strike="noStrike">
                <a:solidFill>
                  <a:srgbClr val="000000"/>
                </a:solidFill>
                <a:effectLst/>
                <a:uFillTx/>
                <a:latin typeface="Arial"/>
                <a:ea typeface="DejaVu Sans"/>
              </a:rPr>
              <a:t>Younger employees are more mobile and able to accept jobs elsewhere.</a:t>
            </a:r>
            <a:endParaRPr lang="en-US" sz="21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pPr>
            <a:r>
              <a:rPr lang="en-US" sz="2100" b="0" u="none" strike="noStrike">
                <a:solidFill>
                  <a:srgbClr val="000000"/>
                </a:solidFill>
                <a:effectLst/>
                <a:uFillTx/>
                <a:latin typeface="Arial"/>
                <a:ea typeface="DejaVu Sans"/>
              </a:rPr>
              <a:t>Middle age workers are more likely to have families, and opt for more stable employment.</a:t>
            </a:r>
            <a:endParaRPr lang="en-US" sz="21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pPr>
            <a:r>
              <a:rPr lang="en-US" sz="2100" b="0" u="none" strike="noStrike">
                <a:solidFill>
                  <a:srgbClr val="000000"/>
                </a:solidFill>
                <a:effectLst/>
                <a:uFillTx/>
                <a:latin typeface="Arial"/>
                <a:ea typeface="DejaVu Sans"/>
              </a:rPr>
              <a:t>Older employees could be leaving for more senior level positions or retirement.</a:t>
            </a:r>
            <a:endParaRPr lang="en-US" sz="2100" b="0" u="none" strike="noStrike">
              <a:solidFill>
                <a:srgbClr val="000000"/>
              </a:solidFill>
              <a:effectLst/>
              <a:uFillTx/>
              <a:latin typeface="Arial"/>
            </a:endParaRPr>
          </a:p>
        </p:txBody>
      </p:sp>
      <p:pic>
        <p:nvPicPr>
          <p:cNvPr id="41" name="Picture 40"/>
          <p:cNvPicPr/>
          <p:nvPr/>
        </p:nvPicPr>
        <p:blipFill>
          <a:blip r:embed="rId1"/>
          <a:stretch/>
        </p:blipFill>
        <p:spPr>
          <a:xfrm>
            <a:off x="4476600" y="1172520"/>
            <a:ext cx="5510160" cy="3990240"/>
          </a:xfrm>
          <a:prstGeom prst="rect">
            <a:avLst/>
          </a:prstGeom>
          <a:noFill/>
          <a:ln w="1800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Commute Vs Attrition</a:t>
            </a:r>
            <a:endParaRPr lang="en-US" sz="3300" b="0" u="none" strike="noStrike">
              <a:solidFill>
                <a:srgbClr val="000000"/>
              </a:solidFill>
              <a:effectLst/>
              <a:uFillTx/>
              <a:latin typeface="Arial"/>
            </a:endParaRPr>
          </a:p>
        </p:txBody>
      </p:sp>
      <p:sp>
        <p:nvSpPr>
          <p:cNvPr id="43" name="PlaceHolder 2"/>
          <p:cNvSpPr>
            <a:spLocks noGrp="1"/>
          </p:cNvSpPr>
          <p:nvPr>
            <p:ph/>
          </p:nvPr>
        </p:nvSpPr>
        <p:spPr>
          <a:xfrm>
            <a:off x="504000" y="1326600"/>
            <a:ext cx="4067640" cy="3287880"/>
          </a:xfrm>
          <a:prstGeom prst="rect">
            <a:avLst/>
          </a:prstGeom>
          <a:noFill/>
          <a:ln w="0">
            <a:noFill/>
          </a:ln>
        </p:spPr>
        <p:txBody>
          <a:bodyPr lIns="0" tIns="0" rIns="0" bIns="0" anchor="t">
            <a:normAutofit/>
          </a:bodyPr>
          <a:p>
            <a:pPr marL="432000" indent="-324000" algn="l" defTabSz="914400">
              <a:lnSpc>
                <a:spcPct val="10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It appears that commute does have an effect on Attrition, but it seems to level off between 15-20 miles in distance.</a:t>
            </a:r>
            <a:endParaRPr lang="en-US" sz="2400" b="0" u="none" strike="noStrike">
              <a:solidFill>
                <a:srgbClr val="000000"/>
              </a:solidFill>
              <a:effectLst/>
              <a:uFillTx/>
              <a:latin typeface="Arial"/>
            </a:endParaRPr>
          </a:p>
        </p:txBody>
      </p:sp>
      <p:pic>
        <p:nvPicPr>
          <p:cNvPr id="44" name="Picture 43"/>
          <p:cNvPicPr/>
          <p:nvPr/>
        </p:nvPicPr>
        <p:blipFill>
          <a:blip r:embed="rId1"/>
          <a:stretch/>
        </p:blipFill>
        <p:spPr>
          <a:xfrm>
            <a:off x="4572000" y="1371600"/>
            <a:ext cx="5160240" cy="3695760"/>
          </a:xfrm>
          <a:prstGeom prst="rect">
            <a:avLst/>
          </a:prstGeom>
          <a:noFill/>
          <a:ln w="1800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Age vs Total Working Years</a:t>
            </a:r>
            <a:endParaRPr lang="en-US" sz="3300" b="0" u="none" strike="noStrike">
              <a:solidFill>
                <a:srgbClr val="000000"/>
              </a:solidFill>
              <a:effectLst/>
              <a:uFillTx/>
              <a:latin typeface="Arial"/>
            </a:endParaRPr>
          </a:p>
        </p:txBody>
      </p:sp>
      <p:sp>
        <p:nvSpPr>
          <p:cNvPr id="46" name="PlaceHolder 2"/>
          <p:cNvSpPr>
            <a:spLocks noGrp="1"/>
          </p:cNvSpPr>
          <p:nvPr>
            <p:ph/>
          </p:nvPr>
        </p:nvSpPr>
        <p:spPr>
          <a:xfrm>
            <a:off x="504000" y="1326600"/>
            <a:ext cx="3839040" cy="3287880"/>
          </a:xfrm>
          <a:prstGeom prst="rect">
            <a:avLst/>
          </a:prstGeom>
          <a:noFill/>
          <a:ln w="0">
            <a:noFill/>
          </a:ln>
        </p:spPr>
        <p:txBody>
          <a:bodyPr lIns="0" tIns="0" rIns="0" bIns="0" anchor="t">
            <a:normAutofit fontScale="92500" lnSpcReduction="9999"/>
          </a:bodyPr>
          <a:p>
            <a:pPr marL="432000" indent="-324000" algn="l" defTabSz="914400">
              <a:lnSpc>
                <a:spcPct val="10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We thought we would see a strong relationship in the data that would cause issues between employee age and total working years. It looks like there is a relationship, but the correlations is not nearly as strong as we thought.</a:t>
            </a:r>
            <a:endParaRPr lang="en-US" sz="2400" b="0" u="none" strike="noStrike">
              <a:solidFill>
                <a:srgbClr val="000000"/>
              </a:solidFill>
              <a:effectLst/>
              <a:uFillTx/>
              <a:latin typeface="Arial"/>
            </a:endParaRPr>
          </a:p>
        </p:txBody>
      </p:sp>
      <p:pic>
        <p:nvPicPr>
          <p:cNvPr id="47" name="Picture 46"/>
          <p:cNvPicPr/>
          <p:nvPr/>
        </p:nvPicPr>
        <p:blipFill>
          <a:blip r:embed="rId1"/>
          <a:stretch/>
        </p:blipFill>
        <p:spPr>
          <a:xfrm>
            <a:off x="4343400" y="1371600"/>
            <a:ext cx="5313600" cy="3805560"/>
          </a:xfrm>
          <a:prstGeom prst="rect">
            <a:avLst/>
          </a:prstGeom>
          <a:noFill/>
          <a:ln w="1800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48"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Years at Company vs Total Working Years</a:t>
            </a:r>
            <a:endParaRPr lang="en-US" sz="3300" b="0" u="none" strike="noStrike">
              <a:solidFill>
                <a:srgbClr val="000000"/>
              </a:solidFill>
              <a:effectLst/>
              <a:uFillTx/>
              <a:latin typeface="Arial"/>
            </a:endParaRPr>
          </a:p>
        </p:txBody>
      </p:sp>
      <p:sp>
        <p:nvSpPr>
          <p:cNvPr id="49" name="PlaceHolder 2"/>
          <p:cNvSpPr>
            <a:spLocks noGrp="1"/>
          </p:cNvSpPr>
          <p:nvPr>
            <p:ph/>
          </p:nvPr>
        </p:nvSpPr>
        <p:spPr>
          <a:xfrm>
            <a:off x="504000" y="1326600"/>
            <a:ext cx="3852360" cy="3287880"/>
          </a:xfrm>
          <a:prstGeom prst="rect">
            <a:avLst/>
          </a:prstGeom>
          <a:noFill/>
          <a:ln w="0">
            <a:noFill/>
          </a:ln>
        </p:spPr>
        <p:txBody>
          <a:bodyPr lIns="0" tIns="0" rIns="0" bIns="0" anchor="t">
            <a:normAutofit/>
          </a:bodyPr>
          <a:p>
            <a:pPr marL="432000" indent="-324000" algn="l" defTabSz="914400">
              <a:lnSpc>
                <a:spcPct val="10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It looks like there is a relationship between years at the company and working years, but not a very strong one.</a:t>
            </a:r>
            <a:endParaRPr lang="en-US" sz="2400" b="0" u="none" strike="noStrike">
              <a:solidFill>
                <a:srgbClr val="000000"/>
              </a:solidFill>
              <a:effectLst/>
              <a:uFillTx/>
              <a:latin typeface="Arial"/>
            </a:endParaRPr>
          </a:p>
        </p:txBody>
      </p:sp>
      <p:pic>
        <p:nvPicPr>
          <p:cNvPr id="50" name="Picture 49"/>
          <p:cNvPicPr/>
          <p:nvPr/>
        </p:nvPicPr>
        <p:blipFill>
          <a:blip r:embed="rId1"/>
          <a:stretch/>
        </p:blipFill>
        <p:spPr>
          <a:xfrm>
            <a:off x="4356720" y="1242360"/>
            <a:ext cx="5244120" cy="3786480"/>
          </a:xfrm>
          <a:prstGeom prst="rect">
            <a:avLst/>
          </a:prstGeom>
          <a:noFill/>
          <a:ln w="1800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51"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Education Field vs Job Role</a:t>
            </a:r>
            <a:endParaRPr lang="en-US" sz="3300" b="0" u="none" strike="noStrike">
              <a:solidFill>
                <a:srgbClr val="000000"/>
              </a:solidFill>
              <a:effectLst/>
              <a:uFillTx/>
              <a:latin typeface="Arial"/>
            </a:endParaRPr>
          </a:p>
        </p:txBody>
      </p:sp>
      <p:sp>
        <p:nvSpPr>
          <p:cNvPr id="52" name="PlaceHolder 2"/>
          <p:cNvSpPr>
            <a:spLocks noGrp="1"/>
          </p:cNvSpPr>
          <p:nvPr>
            <p:ph/>
          </p:nvPr>
        </p:nvSpPr>
        <p:spPr>
          <a:xfrm>
            <a:off x="504000" y="1326600"/>
            <a:ext cx="4504320" cy="3287880"/>
          </a:xfrm>
          <a:prstGeom prst="rect">
            <a:avLst/>
          </a:prstGeom>
          <a:noFill/>
          <a:ln w="0">
            <a:noFill/>
          </a:ln>
        </p:spPr>
        <p:txBody>
          <a:bodyPr lIns="0" tIns="0" rIns="0" bIns="0" anchor="t">
            <a:normAutofit fontScale="85000" lnSpcReduction="19999"/>
          </a:bodyPr>
          <a:p>
            <a:pPr marL="432000" indent="-324000" algn="l" defTabSz="914400">
              <a:lnSpc>
                <a:spcPct val="100000"/>
              </a:lnSpc>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ea typeface="DejaVu Sans"/>
              </a:rPr>
              <a:t>The heatmap reveals a strong structural relationship between education field and job role, indicating that employees are not randomly distributed across roles. Instead, specific education backgrounds concentrate within particular job families. This dependency explains multicollinearity we later observed in the initial logistic regression model.</a:t>
            </a:r>
            <a:endParaRPr lang="en-US" sz="2000" b="0" u="none" strike="noStrike">
              <a:solidFill>
                <a:srgbClr val="000000"/>
              </a:solidFill>
              <a:effectLst/>
              <a:uFillTx/>
              <a:latin typeface="Arial"/>
            </a:endParaRPr>
          </a:p>
          <a:p>
            <a:pPr marL="432000" indent="-324000" algn="l" defTabSz="914400">
              <a:lnSpc>
                <a:spcPct val="100000"/>
              </a:lnSpc>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ea typeface="DejaVu Sans"/>
              </a:rPr>
              <a:t>Attrition varies more meaningfully across job roles than across education fields, suggesting that occupational role is a stronger predictor of turnover than educational background.</a:t>
            </a:r>
            <a:endParaRPr lang="en-US" sz="2000" b="0" u="none" strike="noStrike">
              <a:solidFill>
                <a:srgbClr val="000000"/>
              </a:solidFill>
              <a:effectLst/>
              <a:uFillTx/>
              <a:latin typeface="Arial"/>
            </a:endParaRPr>
          </a:p>
        </p:txBody>
      </p:sp>
      <p:pic>
        <p:nvPicPr>
          <p:cNvPr id="53" name="Picture 52"/>
          <p:cNvPicPr/>
          <p:nvPr/>
        </p:nvPicPr>
        <p:blipFill>
          <a:blip r:embed="rId1"/>
          <a:stretch/>
        </p:blipFill>
        <p:spPr>
          <a:xfrm>
            <a:off x="5008680" y="1600200"/>
            <a:ext cx="4820760" cy="3284280"/>
          </a:xfrm>
          <a:prstGeom prst="rect">
            <a:avLst/>
          </a:prstGeom>
          <a:noFill/>
          <a:ln w="1800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Number of Companies and Attrition</a:t>
            </a:r>
            <a:endParaRPr lang="en-US" sz="3300" b="0" u="none" strike="noStrike">
              <a:solidFill>
                <a:srgbClr val="000000"/>
              </a:solidFill>
              <a:effectLst/>
              <a:uFillTx/>
              <a:latin typeface="Arial"/>
            </a:endParaRPr>
          </a:p>
        </p:txBody>
      </p:sp>
      <p:sp>
        <p:nvSpPr>
          <p:cNvPr id="55" name="PlaceHolder 2"/>
          <p:cNvSpPr>
            <a:spLocks noGrp="1"/>
          </p:cNvSpPr>
          <p:nvPr>
            <p:ph/>
          </p:nvPr>
        </p:nvSpPr>
        <p:spPr>
          <a:xfrm>
            <a:off x="504000" y="1326600"/>
            <a:ext cx="5072760" cy="3287880"/>
          </a:xfrm>
          <a:prstGeom prst="rect">
            <a:avLst/>
          </a:prstGeom>
          <a:noFill/>
          <a:ln w="0">
            <a:noFill/>
          </a:ln>
        </p:spPr>
        <p:txBody>
          <a:bodyPr lIns="0" tIns="0" rIns="0" bIns="0" anchor="t">
            <a:normAutofit/>
          </a:bodyPr>
          <a:p>
            <a:pPr marL="432000" indent="-324000" algn="l" defTabSz="914400">
              <a:lnSpc>
                <a:spcPct val="100000"/>
              </a:lnSpc>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ea typeface="DejaVu Sans"/>
              </a:rPr>
              <a:t>This shows that employees that have worked at more companies are more likely to </a:t>
            </a:r>
            <a:r>
              <a:rPr lang="en-US" sz="2000" b="0" u="none" strike="noStrike">
                <a:solidFill>
                  <a:srgbClr val="000000"/>
                </a:solidFill>
                <a:effectLst/>
                <a:uFillTx/>
                <a:latin typeface="Arial"/>
                <a:ea typeface="DejaVu Sans"/>
              </a:rPr>
              <a:t>leave. This could be explained by the fact that employees that have worked at more </a:t>
            </a:r>
            <a:r>
              <a:rPr lang="en-US" sz="2000" b="0" u="none" strike="noStrike">
                <a:solidFill>
                  <a:srgbClr val="000000"/>
                </a:solidFill>
                <a:effectLst/>
                <a:uFillTx/>
                <a:latin typeface="Arial"/>
                <a:ea typeface="DejaVu Sans"/>
              </a:rPr>
              <a:t>companies are more likely to be looking for new opportunities or be closer to retirement. </a:t>
            </a:r>
            <a:endParaRPr lang="en-US" sz="2000" b="0" u="none" strike="noStrike">
              <a:solidFill>
                <a:srgbClr val="000000"/>
              </a:solidFill>
              <a:effectLst/>
              <a:uFillTx/>
              <a:latin typeface="Arial"/>
            </a:endParaRPr>
          </a:p>
        </p:txBody>
      </p:sp>
      <p:pic>
        <p:nvPicPr>
          <p:cNvPr id="56" name="Picture 55"/>
          <p:cNvPicPr/>
          <p:nvPr/>
        </p:nvPicPr>
        <p:blipFill>
          <a:blip r:embed="rId1"/>
          <a:stretch/>
        </p:blipFill>
        <p:spPr>
          <a:xfrm>
            <a:off x="5577120" y="1349640"/>
            <a:ext cx="4252320" cy="3222000"/>
          </a:xfrm>
          <a:prstGeom prst="rect">
            <a:avLst/>
          </a:prstGeom>
          <a:noFill/>
          <a:ln w="1800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PlaceHolder 1"/>
          <p:cNvSpPr>
            <a:spLocks noGrp="1"/>
          </p:cNvSpPr>
          <p:nvPr>
            <p:ph type="title"/>
          </p:nvPr>
        </p:nvSpPr>
        <p:spPr>
          <a:xfrm>
            <a:off x="504000" y="225720"/>
            <a:ext cx="9071640" cy="94644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rPr>
              <a:t>Top Positive Predictors</a:t>
            </a:r>
            <a:endParaRPr lang="en-US" sz="3300" b="0" u="none" strike="noStrike">
              <a:solidFill>
                <a:srgbClr val="000000"/>
              </a:solidFill>
              <a:effectLst/>
              <a:uFillTx/>
              <a:latin typeface="Arial"/>
            </a:endParaRPr>
          </a:p>
        </p:txBody>
      </p:sp>
      <p:pic>
        <p:nvPicPr>
          <p:cNvPr id="58" name=""/>
          <p:cNvPicPr/>
          <p:nvPr/>
        </p:nvPicPr>
        <p:blipFill>
          <a:blip r:embed="rId1"/>
          <a:stretch/>
        </p:blipFill>
        <p:spPr>
          <a:xfrm>
            <a:off x="2392200" y="1187280"/>
            <a:ext cx="5608800" cy="3934080"/>
          </a:xfrm>
          <a:prstGeom prst="rect">
            <a:avLst/>
          </a:prstGeom>
          <a:noFill/>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 name="PlaceHolder 1"/>
          <p:cNvSpPr>
            <a:spLocks noGrp="1"/>
          </p:cNvSpPr>
          <p:nvPr>
            <p:ph type="title"/>
          </p:nvPr>
        </p:nvSpPr>
        <p:spPr>
          <a:xfrm>
            <a:off x="504000" y="225720"/>
            <a:ext cx="9071640" cy="94644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rPr>
              <a:t>Top Negative Predictors</a:t>
            </a:r>
            <a:endParaRPr lang="en-US" sz="3300" b="0" u="none" strike="noStrike">
              <a:solidFill>
                <a:srgbClr val="000000"/>
              </a:solidFill>
              <a:effectLst/>
              <a:uFillTx/>
              <a:latin typeface="Arial"/>
            </a:endParaRPr>
          </a:p>
        </p:txBody>
      </p:sp>
      <p:pic>
        <p:nvPicPr>
          <p:cNvPr id="60" name=""/>
          <p:cNvPicPr/>
          <p:nvPr/>
        </p:nvPicPr>
        <p:blipFill>
          <a:blip r:embed="rId1"/>
          <a:stretch/>
        </p:blipFill>
        <p:spPr>
          <a:xfrm>
            <a:off x="2286000" y="1143000"/>
            <a:ext cx="5633640" cy="4038840"/>
          </a:xfrm>
          <a:prstGeom prst="rect">
            <a:avLst/>
          </a:prstGeom>
          <a:noFill/>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Model Analysis</a:t>
            </a:r>
            <a:endParaRPr lang="en-US" sz="3300" b="0" u="none" strike="noStrike">
              <a:solidFill>
                <a:srgbClr val="000000"/>
              </a:solidFill>
              <a:effectLst/>
              <a:uFillTx/>
              <a:latin typeface="Arial"/>
            </a:endParaRPr>
          </a:p>
        </p:txBody>
      </p:sp>
      <p:sp>
        <p:nvSpPr>
          <p:cNvPr id="62" name="PlaceHolder 2"/>
          <p:cNvSpPr>
            <a:spLocks noGrp="1"/>
          </p:cNvSpPr>
          <p:nvPr>
            <p:ph/>
          </p:nvPr>
        </p:nvSpPr>
        <p:spPr>
          <a:xfrm>
            <a:off x="504000" y="1326600"/>
            <a:ext cx="9071640" cy="3287880"/>
          </a:xfrm>
          <a:prstGeom prst="rect">
            <a:avLst/>
          </a:prstGeom>
          <a:noFill/>
          <a:ln w="0">
            <a:noFill/>
          </a:ln>
        </p:spPr>
        <p:txBody>
          <a:bodyPr lIns="0" tIns="0" rIns="0" bIns="0" anchor="t">
            <a:normAutofit lnSpcReduction="9999"/>
          </a:bodyPr>
          <a:p>
            <a:pPr marL="457200" lvl="1" indent="-324000" algn="l" defTabSz="914400">
              <a:lnSpc>
                <a:spcPct val="90000"/>
              </a:lnSpc>
              <a:spcBef>
                <a:spcPts val="850"/>
              </a:spcBef>
              <a:buClr>
                <a:srgbClr val="000000"/>
              </a:buClr>
              <a:buSzPct val="75000"/>
              <a:buFont typeface="Symbol" charset="2"/>
              <a:buChar char=""/>
            </a:pPr>
            <a:r>
              <a:rPr lang="en-US" sz="2400" b="0" u="none" strike="noStrike">
                <a:solidFill>
                  <a:srgbClr val="000000"/>
                </a:solidFill>
                <a:effectLst/>
                <a:uFillTx/>
                <a:latin typeface="Arial"/>
                <a:ea typeface="DejaVu Sans"/>
              </a:rPr>
              <a:t>Elastic Net </a:t>
            </a:r>
            <a:r>
              <a:rPr lang="en-US" sz="2400" b="0" u="none" strike="noStrike">
                <a:solidFill>
                  <a:srgbClr val="000000"/>
                </a:solidFill>
                <a:effectLst/>
                <a:uFillTx/>
                <a:latin typeface="Arial"/>
                <a:ea typeface="DejaVu Sans"/>
              </a:rPr>
              <a:t>provided the best overall balance of predictive performance and business value.</a:t>
            </a:r>
            <a:endParaRPr lang="en-US" sz="2400" b="0" u="none" strike="noStrike">
              <a:solidFill>
                <a:srgbClr val="000000"/>
              </a:solidFill>
              <a:effectLst/>
              <a:uFillTx/>
              <a:latin typeface="Arial"/>
            </a:endParaRPr>
          </a:p>
          <a:p>
            <a:pPr marL="914400" lvl="2" indent="-288000" algn="l" defTabSz="914400">
              <a:lnSpc>
                <a:spcPct val="90000"/>
              </a:lnSpc>
              <a:spcBef>
                <a:spcPts val="638"/>
              </a:spcBef>
              <a:buClr>
                <a:srgbClr val="000000"/>
              </a:buClr>
              <a:buSzPct val="45000"/>
              <a:buFont typeface="Wingdings" charset="2"/>
              <a:buChar char=""/>
            </a:pPr>
            <a:r>
              <a:rPr lang="en-US" sz="2400" b="0" u="none" strike="noStrike">
                <a:solidFill>
                  <a:srgbClr val="000000"/>
                </a:solidFill>
                <a:effectLst/>
                <a:uFillTx/>
                <a:latin typeface="Arial"/>
                <a:ea typeface="DejaVu Sans"/>
              </a:rPr>
              <a:t>Highest cross-validated business utility (tied with Ridge)</a:t>
            </a:r>
            <a:endParaRPr lang="en-US" sz="2400" b="0" u="none" strike="noStrike">
              <a:solidFill>
                <a:srgbClr val="000000"/>
              </a:solidFill>
              <a:effectLst/>
              <a:uFillTx/>
              <a:latin typeface="Arial"/>
            </a:endParaRPr>
          </a:p>
          <a:p>
            <a:pPr marL="914400" lvl="2" indent="-288000" algn="l" defTabSz="914400">
              <a:lnSpc>
                <a:spcPct val="90000"/>
              </a:lnSpc>
              <a:spcBef>
                <a:spcPts val="638"/>
              </a:spcBef>
              <a:buClr>
                <a:srgbClr val="000000"/>
              </a:buClr>
              <a:buSzPct val="45000"/>
              <a:buFont typeface="Wingdings" charset="2"/>
              <a:buChar char=""/>
            </a:pPr>
            <a:r>
              <a:rPr lang="en-US" sz="2400" b="0" u="none" strike="noStrike">
                <a:solidFill>
                  <a:srgbClr val="000000"/>
                </a:solidFill>
                <a:effectLst/>
                <a:uFillTx/>
                <a:latin typeface="Arial"/>
                <a:ea typeface="DejaVu Sans"/>
              </a:rPr>
              <a:t>Highest overall accuracy</a:t>
            </a:r>
            <a:endParaRPr lang="en-US" sz="2400" b="0" u="none" strike="noStrike">
              <a:solidFill>
                <a:srgbClr val="000000"/>
              </a:solidFill>
              <a:effectLst/>
              <a:uFillTx/>
              <a:latin typeface="Arial"/>
            </a:endParaRPr>
          </a:p>
          <a:p>
            <a:pPr marL="914400" lvl="2" indent="-288000" algn="l" defTabSz="914400">
              <a:lnSpc>
                <a:spcPct val="90000"/>
              </a:lnSpc>
              <a:spcBef>
                <a:spcPts val="638"/>
              </a:spcBef>
              <a:buClr>
                <a:srgbClr val="000000"/>
              </a:buClr>
              <a:buSzPct val="45000"/>
              <a:buFont typeface="Wingdings" charset="2"/>
              <a:buChar char=""/>
            </a:pPr>
            <a:r>
              <a:rPr lang="en-US" sz="2400" b="0" u="none" strike="noStrike">
                <a:solidFill>
                  <a:srgbClr val="000000"/>
                </a:solidFill>
                <a:effectLst/>
                <a:uFillTx/>
                <a:latin typeface="Arial"/>
                <a:ea typeface="DejaVu Sans"/>
              </a:rPr>
              <a:t>Highest precision while maintaining an AUC comparable to the other models. </a:t>
            </a:r>
            <a:endParaRPr lang="en-US" sz="2400" b="0" u="none" strike="noStrike">
              <a:solidFill>
                <a:srgbClr val="000000"/>
              </a:solidFill>
              <a:effectLst/>
              <a:uFillTx/>
              <a:latin typeface="Arial"/>
            </a:endParaRPr>
          </a:p>
          <a:p>
            <a:pPr marL="457200" lvl="1" indent="-324000" algn="l" defTabSz="914400">
              <a:lnSpc>
                <a:spcPct val="90000"/>
              </a:lnSpc>
              <a:spcBef>
                <a:spcPts val="850"/>
              </a:spcBef>
              <a:buClr>
                <a:srgbClr val="000000"/>
              </a:buClr>
              <a:buSzPct val="75000"/>
              <a:buFont typeface="Symbol" charset="2"/>
              <a:buChar char=""/>
            </a:pPr>
            <a:r>
              <a:rPr lang="en-US" sz="2400" b="0" u="none" strike="noStrike">
                <a:solidFill>
                  <a:srgbClr val="000000"/>
                </a:solidFill>
                <a:effectLst/>
                <a:uFillTx/>
                <a:latin typeface="Arial"/>
                <a:ea typeface="DejaVu Sans"/>
              </a:rPr>
              <a:t>Our analysis indicated that the dataset contained a relatively stable set of predictors with limited multicollinearity. We removed some predictors where we saw or predicted multicollinearity.</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Important Continuous Predictors</a:t>
            </a:r>
            <a:endParaRPr lang="en-US" sz="3300" b="0" u="none" strike="noStrike">
              <a:solidFill>
                <a:srgbClr val="000000"/>
              </a:solidFill>
              <a:effectLst/>
              <a:uFillTx/>
              <a:latin typeface="Arial"/>
            </a:endParaRPr>
          </a:p>
        </p:txBody>
      </p:sp>
      <p:sp>
        <p:nvSpPr>
          <p:cNvPr id="64" name="PlaceHolder 2"/>
          <p:cNvSpPr>
            <a:spLocks noGrp="1"/>
          </p:cNvSpPr>
          <p:nvPr>
            <p:ph/>
          </p:nvPr>
        </p:nvSpPr>
        <p:spPr>
          <a:xfrm>
            <a:off x="504000" y="1326600"/>
            <a:ext cx="9071640" cy="3930840"/>
          </a:xfrm>
          <a:prstGeom prst="rect">
            <a:avLst/>
          </a:prstGeom>
          <a:noFill/>
          <a:ln w="0">
            <a:noFill/>
          </a:ln>
        </p:spPr>
        <p:txBody>
          <a:bodyPr lIns="0" tIns="0" rIns="0" bIns="0" anchor="t">
            <a:normAutofit fontScale="62500" lnSpcReduction="19999"/>
          </a:bodyPr>
          <a:p>
            <a:pPr marL="432000" indent="-324000" algn="l" defTabSz="914400">
              <a:lnSpc>
                <a:spcPct val="10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Overtime</a:t>
            </a:r>
            <a:endParaRPr lang="en-US" sz="24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pPr>
            <a:r>
              <a:rPr lang="en-US" sz="2100" b="0" u="none" strike="noStrike">
                <a:solidFill>
                  <a:srgbClr val="000000"/>
                </a:solidFill>
                <a:effectLst/>
                <a:uFillTx/>
                <a:latin typeface="Arial"/>
                <a:ea typeface="DejaVu Sans"/>
              </a:rPr>
              <a:t>Employees working overtime have roughly 8 times the odds of attrition compared with employees who do not, holding the other variables constant:</a:t>
            </a:r>
            <a:endParaRPr lang="en-US" sz="2100" b="0" u="none" strike="noStrike">
              <a:solidFill>
                <a:srgbClr val="000000"/>
              </a:solidFill>
              <a:effectLst/>
              <a:uFillTx/>
              <a:latin typeface="Arial"/>
            </a:endParaRPr>
          </a:p>
          <a:p>
            <a:pPr marL="1296000" lvl="2" indent="-288000" algn="l" defTabSz="914400">
              <a:lnSpc>
                <a:spcPct val="100000"/>
              </a:lnSpc>
              <a:spcBef>
                <a:spcPts val="1191"/>
              </a:spcBef>
              <a:spcAft>
                <a:spcPts val="992"/>
              </a:spcAft>
              <a:buClr>
                <a:srgbClr val="000000"/>
              </a:buClr>
              <a:buSzPct val="45000"/>
              <a:buFont typeface="Wingdings" charset="2"/>
              <a:buChar char=""/>
            </a:pPr>
            <a:r>
              <a:rPr lang="en-US" sz="1800" b="0" u="none" strike="noStrike">
                <a:solidFill>
                  <a:srgbClr val="000000"/>
                </a:solidFill>
                <a:effectLst/>
                <a:uFillTx/>
                <a:latin typeface="Arial"/>
                <a:ea typeface="DejaVu Sans"/>
              </a:rPr>
              <a:t>E^2.07 ≈ 7.95</a:t>
            </a:r>
            <a:endParaRPr lang="en-US" sz="1800" b="0" u="none" strike="noStrike">
              <a:solidFill>
                <a:srgbClr val="000000"/>
              </a:solidFill>
              <a:effectLst/>
              <a:uFillTx/>
              <a:latin typeface="Arial"/>
            </a:endParaRPr>
          </a:p>
          <a:p>
            <a:pPr marL="432000" indent="-324000" algn="l" defTabSz="914400">
              <a:lnSpc>
                <a:spcPct val="10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Business Travel</a:t>
            </a:r>
            <a:endParaRPr lang="en-US" sz="24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pPr>
            <a:r>
              <a:rPr lang="en-US" sz="2100" b="0" u="none" strike="noStrike">
                <a:solidFill>
                  <a:srgbClr val="000000"/>
                </a:solidFill>
                <a:effectLst/>
                <a:uFillTx/>
                <a:latin typeface="Arial"/>
                <a:ea typeface="DejaVu Sans"/>
              </a:rPr>
              <a:t>Employees traveling frequently have roughly 7.5 times the odds of attrition compared to employees who do not travel, holding the other variables constant:</a:t>
            </a:r>
            <a:endParaRPr lang="en-US" sz="2100" b="0" u="none" strike="noStrike">
              <a:solidFill>
                <a:srgbClr val="000000"/>
              </a:solidFill>
              <a:effectLst/>
              <a:uFillTx/>
              <a:latin typeface="Arial"/>
            </a:endParaRPr>
          </a:p>
          <a:p>
            <a:pPr marL="1296000" lvl="2" indent="-288000" algn="l" defTabSz="914400">
              <a:lnSpc>
                <a:spcPct val="100000"/>
              </a:lnSpc>
              <a:spcBef>
                <a:spcPts val="1191"/>
              </a:spcBef>
              <a:spcAft>
                <a:spcPts val="992"/>
              </a:spcAft>
              <a:buClr>
                <a:srgbClr val="000000"/>
              </a:buClr>
              <a:buSzPct val="45000"/>
              <a:buFont typeface="Wingdings" charset="2"/>
              <a:buChar char=""/>
            </a:pPr>
            <a:r>
              <a:rPr lang="en-US" sz="1800" b="0" u="none" strike="noStrike">
                <a:solidFill>
                  <a:srgbClr val="000000"/>
                </a:solidFill>
                <a:effectLst/>
                <a:uFillTx/>
                <a:latin typeface="Arial"/>
                <a:ea typeface="DejaVu Sans"/>
              </a:rPr>
              <a:t>E^2.02 ≈ 7.5</a:t>
            </a:r>
            <a:endParaRPr lang="en-US" sz="18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pPr>
            <a:r>
              <a:rPr lang="en-US" sz="1800" b="0" u="none" strike="noStrike">
                <a:solidFill>
                  <a:srgbClr val="000000"/>
                </a:solidFill>
                <a:effectLst/>
                <a:uFillTx/>
                <a:latin typeface="Arial"/>
                <a:ea typeface="DejaVu Sans"/>
              </a:rPr>
              <a:t>Employees traveling rarely also have roughly 2.9 times the odds of attrition compared to employees who do not travel, holding the other variables constant:</a:t>
            </a:r>
            <a:endParaRPr lang="en-US" sz="1800" b="0" u="none" strike="noStrike">
              <a:solidFill>
                <a:srgbClr val="000000"/>
              </a:solidFill>
              <a:effectLst/>
              <a:uFillTx/>
              <a:latin typeface="Arial"/>
            </a:endParaRPr>
          </a:p>
          <a:p>
            <a:pPr marL="1296000" lvl="2" indent="-288000" algn="l" defTabSz="914400">
              <a:lnSpc>
                <a:spcPct val="100000"/>
              </a:lnSpc>
              <a:spcBef>
                <a:spcPts val="1191"/>
              </a:spcBef>
              <a:spcAft>
                <a:spcPts val="992"/>
              </a:spcAft>
              <a:buClr>
                <a:srgbClr val="000000"/>
              </a:buClr>
              <a:buSzPct val="45000"/>
              <a:buFont typeface="Wingdings" charset="2"/>
              <a:buChar char=""/>
            </a:pPr>
            <a:r>
              <a:rPr lang="en-US" sz="1800" b="0" u="none" strike="noStrike">
                <a:solidFill>
                  <a:srgbClr val="000000"/>
                </a:solidFill>
                <a:effectLst/>
                <a:uFillTx/>
                <a:latin typeface="Arial"/>
                <a:ea typeface="DejaVu Sans"/>
              </a:rPr>
              <a:t>E^1.05 ≈ 2.9</a:t>
            </a:r>
            <a:endParaRPr lang="en-US" sz="1800" b="0" u="none" strike="noStrike">
              <a:solidFill>
                <a:srgbClr val="000000"/>
              </a:solidFill>
              <a:effectLst/>
              <a:uFillTx/>
              <a:latin typeface="Arial"/>
            </a:endParaRPr>
          </a:p>
          <a:p>
            <a:pPr marL="432000" indent="-324000" algn="l" defTabSz="914400">
              <a:lnSpc>
                <a:spcPct val="100000"/>
              </a:lnSpc>
              <a:spcBef>
                <a:spcPts val="1060"/>
              </a:spcBef>
              <a:buClr>
                <a:srgbClr val="000000"/>
              </a:buClr>
              <a:buSzPct val="45000"/>
              <a:buFont typeface="Wingdings" charset="2"/>
              <a:buChar char=""/>
            </a:pPr>
            <a:r>
              <a:rPr lang="en-US" sz="2400" b="0" u="none" strike="noStrike">
                <a:solidFill>
                  <a:srgbClr val="000000"/>
                </a:solidFill>
                <a:effectLst/>
                <a:uFillTx/>
                <a:latin typeface="Arial"/>
                <a:ea typeface="DejaVu Sans"/>
              </a:rPr>
              <a:t>Marital Status</a:t>
            </a:r>
            <a:endParaRPr lang="en-US" sz="2400" b="0" u="none" strike="noStrike">
              <a:solidFill>
                <a:srgbClr val="000000"/>
              </a:solidFill>
              <a:effectLst/>
              <a:uFillTx/>
              <a:latin typeface="Arial"/>
            </a:endParaRPr>
          </a:p>
          <a:p>
            <a:pPr marL="864000" lvl="1" indent="-324000" algn="l" defTabSz="914400">
              <a:lnSpc>
                <a:spcPct val="100000"/>
              </a:lnSpc>
              <a:spcBef>
                <a:spcPts val="850"/>
              </a:spcBef>
              <a:buClr>
                <a:srgbClr val="000000"/>
              </a:buClr>
              <a:buSzPct val="75000"/>
              <a:buFont typeface="Symbol" charset="2"/>
              <a:buChar char=""/>
            </a:pPr>
            <a:r>
              <a:rPr lang="en-US" sz="2100" b="0" u="none" strike="noStrike">
                <a:solidFill>
                  <a:srgbClr val="000000"/>
                </a:solidFill>
                <a:effectLst/>
                <a:uFillTx/>
                <a:latin typeface="Arial"/>
                <a:ea typeface="DejaVu Sans"/>
              </a:rPr>
              <a:t>Single employees have roughly 5 times the odds of attrition compared to divorced employees, holding the over variables constant:</a:t>
            </a:r>
            <a:endParaRPr lang="en-US" sz="2100" b="0" u="none" strike="noStrike">
              <a:solidFill>
                <a:srgbClr val="000000"/>
              </a:solidFill>
              <a:effectLst/>
              <a:uFillTx/>
              <a:latin typeface="Arial"/>
            </a:endParaRPr>
          </a:p>
          <a:p>
            <a:pPr marL="1296000" lvl="2" indent="-288000" algn="l" defTabSz="914400">
              <a:lnSpc>
                <a:spcPct val="100000"/>
              </a:lnSpc>
              <a:spcBef>
                <a:spcPts val="1191"/>
              </a:spcBef>
              <a:spcAft>
                <a:spcPts val="992"/>
              </a:spcAft>
              <a:buClr>
                <a:srgbClr val="000000"/>
              </a:buClr>
              <a:buSzPct val="45000"/>
              <a:buFont typeface="Wingdings" charset="2"/>
              <a:buChar char=""/>
            </a:pPr>
            <a:r>
              <a:rPr lang="en-US" sz="1800" b="0" u="none" strike="noStrike">
                <a:solidFill>
                  <a:srgbClr val="000000"/>
                </a:solidFill>
                <a:effectLst/>
                <a:uFillTx/>
                <a:latin typeface="Arial"/>
                <a:ea typeface="DejaVu Sans"/>
              </a:rPr>
              <a:t>E^1.60 ≈ 5</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 name="PlaceHolder 1"/>
          <p:cNvSpPr>
            <a:spLocks noGrp="1"/>
          </p:cNvSpPr>
          <p:nvPr>
            <p:ph type="title"/>
          </p:nvPr>
        </p:nvSpPr>
        <p:spPr>
          <a:xfrm>
            <a:off x="504000" y="225360"/>
            <a:ext cx="9071640" cy="947160"/>
          </a:xfrm>
          <a:prstGeom prst="rect">
            <a:avLst/>
          </a:prstGeom>
          <a:noFill/>
          <a:ln w="0">
            <a:noFill/>
          </a:ln>
        </p:spPr>
        <p:txBody>
          <a:bodyPr lIns="0" tIns="0" rIns="0" bIns="0" anchor="ctr">
            <a:spAutoFit/>
          </a:bodyPr>
          <a:p>
            <a:pPr indent="0" algn="ctr" defTabSz="914400">
              <a:lnSpc>
                <a:spcPct val="90000"/>
              </a:lnSpc>
              <a:buNone/>
              <a:tabLst>
                <a:tab pos="0" algn="l"/>
              </a:tabLst>
            </a:pPr>
            <a:r>
              <a:rPr lang="en-US" sz="3300" b="0" u="none" strike="noStrike">
                <a:solidFill>
                  <a:srgbClr val="000000"/>
                </a:solidFill>
                <a:effectLst/>
                <a:uFillTx/>
                <a:latin typeface="Arial"/>
                <a:ea typeface="DejaVu Sans"/>
              </a:rPr>
              <a:t>Conclusion</a:t>
            </a:r>
            <a:endParaRPr lang="en-US" sz="3300" b="0" u="none" strike="noStrike">
              <a:solidFill>
                <a:srgbClr val="000000"/>
              </a:solidFill>
              <a:effectLst/>
              <a:uFillTx/>
              <a:latin typeface="Arial"/>
            </a:endParaRPr>
          </a:p>
        </p:txBody>
      </p:sp>
      <p:graphicFrame>
        <p:nvGraphicFramePr>
          <p:cNvPr id="66" name=""/>
          <p:cNvGraphicFramePr/>
          <p:nvPr/>
        </p:nvGraphicFramePr>
        <p:xfrm>
          <a:off x="1535040" y="968040"/>
          <a:ext cx="6858000" cy="3678480"/>
        </p:xfrm>
        <a:graphic>
          <a:graphicData uri="http://schemas.openxmlformats.org/drawingml/2006/table">
            <a:tbl>
              <a:tblPr/>
              <a:tblGrid>
                <a:gridCol w="3432960"/>
                <a:gridCol w="3425040"/>
              </a:tblGrid>
              <a:tr h="412200">
                <a:tc>
                  <a:txBody>
                    <a:bodyPr lIns="36000" tIns="36000" rIns="36000" bIns="36000" anchor="t">
                      <a:noAutofit/>
                    </a:bodyPr>
                    <a:p>
                      <a:r>
                        <a:rPr lang="en-US" sz="1800" b="0" u="none" strike="noStrike">
                          <a:solidFill>
                            <a:srgbClr val="000000"/>
                          </a:solidFill>
                          <a:effectLst/>
                          <a:uFillTx/>
                          <a:latin typeface="Arial"/>
                          <a:ea typeface="DejaVu Sans"/>
                        </a:rPr>
                        <a:t>Years Since Last Promotion</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r>
                        <a:rPr lang="en-US" sz="1800" b="0" u="none" strike="noStrike">
                          <a:solidFill>
                            <a:srgbClr val="000000"/>
                          </a:solidFill>
                          <a:effectLst/>
                          <a:uFillTx/>
                          <a:latin typeface="Arial"/>
                        </a:rPr>
                        <a:t>Strongest Positive Effect</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08960">
                <a:tc>
                  <a:txBody>
                    <a:bodyPr lIns="36000" tIns="36000" rIns="36000" bIns="36000" anchor="t">
                      <a:noAutofit/>
                    </a:bodyPr>
                    <a:p>
                      <a:pPr defTabSz="914400">
                        <a:lnSpc>
                          <a:spcPct val="100000"/>
                        </a:lnSpc>
                      </a:pPr>
                      <a:r>
                        <a:rPr lang="en-US" sz="1800" b="0" u="none" strike="noStrike">
                          <a:solidFill>
                            <a:srgbClr val="000000"/>
                          </a:solidFill>
                          <a:effectLst/>
                          <a:uFillTx/>
                          <a:latin typeface="Arial"/>
                          <a:ea typeface="DejaVu Sans"/>
                        </a:rPr>
                        <a:t>Number of companies worked</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r>
                        <a:rPr lang="en-US" sz="1800" b="0" u="none" strike="noStrike">
                          <a:solidFill>
                            <a:srgbClr val="000000"/>
                          </a:solidFill>
                          <a:effectLst/>
                          <a:uFillTx/>
                          <a:latin typeface="Arial"/>
                        </a:rPr>
                        <a:t>Strong Positive Effect</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02480">
                <a:tc>
                  <a:txBody>
                    <a:bodyPr lIns="36000" tIns="36000" rIns="36000" bIns="36000" anchor="t">
                      <a:noAutofit/>
                    </a:bodyPr>
                    <a:p>
                      <a:r>
                        <a:rPr lang="en-US" sz="1800" b="0" u="none" strike="noStrike">
                          <a:solidFill>
                            <a:srgbClr val="000000"/>
                          </a:solidFill>
                          <a:effectLst/>
                          <a:uFillTx/>
                          <a:latin typeface="Arial"/>
                        </a:rPr>
                        <a:t>Overtime</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r>
                        <a:rPr lang="en-US" sz="1800" b="0" u="none" strike="noStrike">
                          <a:solidFill>
                            <a:srgbClr val="000000"/>
                          </a:solidFill>
                          <a:effectLst/>
                          <a:uFillTx/>
                          <a:latin typeface="Arial"/>
                        </a:rPr>
                        <a:t>Moderate Positive Effect</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90680">
                <a:tc>
                  <a:txBody>
                    <a:bodyPr lIns="36000" tIns="36000" rIns="36000" bIns="36000" anchor="t">
                      <a:noAutofit/>
                    </a:bodyPr>
                    <a:p>
                      <a:r>
                        <a:rPr lang="en-US" sz="1800" b="0" u="none" strike="noStrike">
                          <a:solidFill>
                            <a:srgbClr val="000000"/>
                          </a:solidFill>
                          <a:effectLst/>
                          <a:uFillTx/>
                          <a:latin typeface="Arial"/>
                        </a:rPr>
                        <a:t>Business Travel (Frequent)</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r>
                        <a:rPr lang="en-US" sz="1800" b="0" u="none" strike="noStrike">
                          <a:solidFill>
                            <a:srgbClr val="000000"/>
                          </a:solidFill>
                          <a:effectLst/>
                          <a:uFillTx/>
                          <a:latin typeface="Arial"/>
                        </a:rPr>
                        <a:t>Moderate Positive Effect</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90680">
                <a:tc>
                  <a:txBody>
                    <a:bodyPr lIns="36000" tIns="36000" rIns="36000" bIns="36000" anchor="t">
                      <a:noAutofit/>
                    </a:bodyPr>
                    <a:p>
                      <a:r>
                        <a:rPr lang="en-US" sz="1800" b="0" u="none" strike="noStrike">
                          <a:solidFill>
                            <a:srgbClr val="000000"/>
                          </a:solidFill>
                          <a:effectLst/>
                          <a:uFillTx/>
                          <a:latin typeface="Arial"/>
                        </a:rPr>
                        <a:t>Distance From Home</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r>
                        <a:rPr lang="en-US" sz="1800" b="0" u="none" strike="noStrike">
                          <a:solidFill>
                            <a:srgbClr val="000000"/>
                          </a:solidFill>
                          <a:effectLst/>
                          <a:uFillTx/>
                          <a:latin typeface="Arial"/>
                        </a:rPr>
                        <a:t>Negative Effect</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90680">
                <a:tc>
                  <a:txBody>
                    <a:bodyPr lIns="36000" tIns="36000" rIns="36000" bIns="36000" anchor="t">
                      <a:noAutofit/>
                    </a:bodyPr>
                    <a:p>
                      <a:r>
                        <a:rPr lang="en-US" sz="1800" b="0" u="none" strike="noStrike">
                          <a:solidFill>
                            <a:srgbClr val="000000"/>
                          </a:solidFill>
                          <a:effectLst/>
                          <a:uFillTx/>
                          <a:latin typeface="Arial"/>
                        </a:rPr>
                        <a:t>Environment Satisfaction</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r>
                        <a:rPr lang="en-US" sz="1800" b="0" u="none" strike="noStrike">
                          <a:solidFill>
                            <a:srgbClr val="000000"/>
                          </a:solidFill>
                          <a:effectLst/>
                          <a:uFillTx/>
                          <a:latin typeface="Arial"/>
                        </a:rPr>
                        <a:t>Negative Effect</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90680">
                <a:tc>
                  <a:txBody>
                    <a:bodyPr lIns="36000" tIns="36000" rIns="36000" bIns="36000" anchor="t">
                      <a:noAutofit/>
                    </a:bodyPr>
                    <a:p>
                      <a:r>
                        <a:rPr lang="en-US" sz="1800" b="0" u="none" strike="noStrike">
                          <a:solidFill>
                            <a:srgbClr val="000000"/>
                          </a:solidFill>
                          <a:effectLst/>
                          <a:uFillTx/>
                          <a:latin typeface="Arial"/>
                        </a:rPr>
                        <a:t>Job Satisfaction</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r>
                        <a:rPr lang="en-US" sz="1800" b="0" u="none" strike="noStrike">
                          <a:solidFill>
                            <a:srgbClr val="000000"/>
                          </a:solidFill>
                          <a:effectLst/>
                          <a:uFillTx/>
                          <a:latin typeface="Arial"/>
                        </a:rPr>
                        <a:t>Negative Effect</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92480">
                <a:tc>
                  <a:txBody>
                    <a:bodyPr lIns="36000" tIns="36000" rIns="36000" bIns="36000" anchor="t">
                      <a:noAutofit/>
                    </a:bodyPr>
                    <a:p>
                      <a:r>
                        <a:rPr lang="en-US" sz="1800" b="0" u="none" strike="noStrike">
                          <a:solidFill>
                            <a:srgbClr val="000000"/>
                          </a:solidFill>
                          <a:effectLst/>
                          <a:uFillTx/>
                          <a:latin typeface="Arial"/>
                        </a:rPr>
                        <a:t>Total Working Years</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r>
                        <a:rPr lang="en-US" sz="1800" b="0" u="none" strike="noStrike">
                          <a:solidFill>
                            <a:srgbClr val="000000"/>
                          </a:solidFill>
                          <a:effectLst/>
                          <a:uFillTx/>
                          <a:latin typeface="Arial"/>
                        </a:rPr>
                        <a:t>Negative Effect</a:t>
                      </a:r>
                      <a:endParaRPr lang="en-US" sz="18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80</TotalTime>
  <Application>LibreOffice/26.2.4.2$Linux_X86_64 LibreOffice_project/620$Build-2</Application>
  <AppVersion>15.0000</AppVersion>
  <Words>916</Words>
  <Paragraphs>92</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2026-07-21T18:18:30Z</dcterms:created>
  <dc:creator/>
  <dc:description>This work is licensed under a Creative Commons Attribution-ShareAlike 3.0 Unported License.
It makes use of the works of Mateus Machado Luna.
SVG pictures were made by Rizmut.</dc:description>
  <dc:language>en-US</dc:language>
  <cp:lastModifiedBy/>
  <dcterms:modified xsi:type="dcterms:W3CDTF">2026-07-29T00:07:58Z</dcterms:modified>
  <cp:revision>17</cp:revision>
  <dc:subject/>
  <dc:title>Blueprint Plans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2</vt:i4>
  </property>
  <property fmtid="{D5CDD505-2E9C-101B-9397-08002B2CF9AE}" pid="3" name="PresentationFormat">
    <vt:lpwstr>Custom</vt:lpwstr>
  </property>
  <property fmtid="{D5CDD505-2E9C-101B-9397-08002B2CF9AE}" pid="4" name="Slides">
    <vt:i4>16</vt:i4>
  </property>
</Properties>
</file>