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0080625" cy="5670550"/>
  <p:notesSz cx="7772400" cy="10058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81" d="100"/>
          <a:sy n="181" d="100"/>
        </p:scale>
        <p:origin x="696" y="15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x" preserve="1">
  <p:cSld name="Blueprint Plans">
    <p:spTree>
      <p:nvGrpSpPr>
        <p:cNvPr id="1" name=""/>
        <p:cNvGrpSpPr/>
        <p:nvPr/>
      </p:nvGrpSpPr>
      <p:grpSpPr>
        <a:xfrm>
          <a:off x="0" y="0"/>
          <a:ext cx="0" cy="0"/>
          <a:chOff x="0" y="0"/>
          <a:chExt cx="0" cy="0"/>
        </a:xfrm>
      </p:grpSpPr>
      <p:pic>
        <p:nvPicPr>
          <p:cNvPr id="2" name="Graphic 1"/>
          <p:cNvPicPr/>
          <p:nvPr/>
        </p:nvPicPr>
        <p:blipFill>
          <a:blip>
            <a:extLst>
              <a:ext uri="{96DAC541-7B7A-43D3-8B79-37D633B846F1}">
                <asvg:svgBlip xmlns:asvg="http://schemas.microsoft.com/office/drawing/2016/SVG/main" r:embed="rId2"/>
              </a:ext>
            </a:extLst>
          </a:blip>
          <a:stretch/>
        </p:blipFill>
        <p:spPr>
          <a:xfrm>
            <a:off x="0" y="0"/>
            <a:ext cx="10080000" cy="5670000"/>
          </a:xfrm>
          <a:prstGeom prst="rect">
            <a:avLst/>
          </a:prstGeom>
          <a:noFill/>
          <a:ln w="18000">
            <a:noFill/>
          </a:ln>
        </p:spPr>
      </p:pic>
      <p:sp>
        <p:nvSpPr>
          <p:cNvPr id="3" name="PlaceHolder 1"/>
          <p:cNvSpPr>
            <a:spLocks noGrp="1"/>
          </p:cNvSpPr>
          <p:nvPr>
            <p:ph type="title"/>
          </p:nvPr>
        </p:nvSpPr>
        <p:spPr>
          <a:xfrm>
            <a:off x="504000" y="810000"/>
            <a:ext cx="9072000" cy="1296000"/>
          </a:xfrm>
          <a:prstGeom prst="rect">
            <a:avLst/>
          </a:prstGeom>
          <a:noFill/>
          <a:ln w="0">
            <a:noFill/>
          </a:ln>
        </p:spPr>
        <p:txBody>
          <a:bodyPr lIns="0" tIns="0" rIns="0" bIns="0" anchor="ctr">
            <a:noAutofit/>
          </a:bodyPr>
          <a:lstStyle>
            <a:lvl1pPr indent="0" algn="ctr">
              <a:buNone/>
              <a:defRPr lang="en-US" sz="4400" b="0" u="none" strike="noStrike">
                <a:solidFill>
                  <a:srgbClr val="FFFFFF"/>
                </a:solidFill>
                <a:effectLst/>
                <a:uFillTx/>
                <a:latin typeface="Arial"/>
              </a:defRPr>
            </a:lvl1pPr>
          </a:lstStyle>
          <a:p>
            <a:pPr indent="0" algn="ctr">
              <a:buNone/>
            </a:pPr>
            <a:r>
              <a:rPr lang="en-US" sz="4400" b="0" u="none" strike="noStrike">
                <a:solidFill>
                  <a:srgbClr val="FFFFFF"/>
                </a:solidFill>
                <a:effectLst/>
                <a:uFillTx/>
                <a:latin typeface="Arial"/>
              </a:rPr>
              <a:t>Click to edit the title text format</a:t>
            </a:r>
          </a:p>
        </p:txBody>
      </p:sp>
      <p:sp>
        <p:nvSpPr>
          <p:cNvPr id="4" name="PlaceHolder 2"/>
          <p:cNvSpPr>
            <a:spLocks noGrp="1"/>
          </p:cNvSpPr>
          <p:nvPr>
            <p:ph type="body"/>
          </p:nvPr>
        </p:nvSpPr>
        <p:spPr>
          <a:xfrm>
            <a:off x="504000" y="2376000"/>
            <a:ext cx="9072000" cy="2754000"/>
          </a:xfrm>
          <a:prstGeom prst="rect">
            <a:avLst/>
          </a:prstGeom>
          <a:noFill/>
          <a:ln w="0">
            <a:noFill/>
          </a:ln>
        </p:spPr>
        <p:txBody>
          <a:bodyPr lIns="0" tIns="0" rIns="0" bIns="0" anchor="t">
            <a:normAutofit/>
          </a:bodyPr>
          <a:lstStyle>
            <a:lvl1pPr algn="l">
              <a:spcBef>
                <a:spcPts val="1414"/>
              </a:spcBef>
              <a:buClr>
                <a:srgbClr val="FFFFFF"/>
              </a:buClr>
              <a:buSzPct val="45000"/>
              <a:buFont typeface="Wingdings" charset="2"/>
              <a:buChar char=""/>
              <a:defRPr lang="en-US" sz="3200" b="0" u="none" strike="noStrike">
                <a:solidFill>
                  <a:srgbClr val="FFFFFF"/>
                </a:solidFill>
                <a:effectLst/>
                <a:uFillTx/>
                <a:latin typeface="Arial"/>
              </a:defRPr>
            </a:lvl1pPr>
            <a:lvl2pPr lvl="1" algn="l">
              <a:spcBef>
                <a:spcPts val="1134"/>
              </a:spcBef>
              <a:buClr>
                <a:srgbClr val="FFFFFF"/>
              </a:buClr>
              <a:buSzPct val="75000"/>
              <a:buFont typeface="Symbol" charset="2"/>
              <a:buChar char=""/>
              <a:defRPr lang="en-US" sz="2400" b="0" u="none" strike="noStrike">
                <a:solidFill>
                  <a:srgbClr val="FFFFFF"/>
                </a:solidFill>
                <a:effectLst/>
                <a:uFillTx/>
                <a:latin typeface="Arial"/>
              </a:defRPr>
            </a:lvl2pPr>
            <a:lvl3pPr lvl="2" algn="l">
              <a:spcBef>
                <a:spcPts val="850"/>
              </a:spcBef>
              <a:buClr>
                <a:srgbClr val="FFFFFF"/>
              </a:buClr>
              <a:buSzPct val="45000"/>
              <a:buFont typeface="Wingdings" charset="2"/>
              <a:buChar char=""/>
              <a:defRPr lang="en-US" sz="1800" b="0" u="none" strike="noStrike">
                <a:solidFill>
                  <a:srgbClr val="FFFFFF"/>
                </a:solidFill>
                <a:effectLst/>
                <a:uFillTx/>
                <a:latin typeface="Arial"/>
              </a:defRPr>
            </a:lvl3pPr>
            <a:lvl4pPr lvl="3" algn="l">
              <a:spcBef>
                <a:spcPts val="567"/>
              </a:spcBef>
              <a:buClr>
                <a:srgbClr val="FFFFFF"/>
              </a:buClr>
              <a:buSzPct val="75000"/>
              <a:buFont typeface="Symbol" charset="2"/>
              <a:buChar char=""/>
              <a:defRPr lang="en-US" sz="1500" b="0" u="none" strike="noStrike">
                <a:solidFill>
                  <a:srgbClr val="FFFFFF"/>
                </a:solidFill>
                <a:effectLst/>
                <a:uFillTx/>
                <a:latin typeface="Arial"/>
              </a:defRPr>
            </a:lvl4pPr>
            <a:lvl5pPr lvl="4" algn="l">
              <a:spcBef>
                <a:spcPts val="283"/>
              </a:spcBef>
              <a:buClr>
                <a:srgbClr val="FFFFFF"/>
              </a:buClr>
              <a:buSzPct val="45000"/>
              <a:buFont typeface="Wingdings" charset="2"/>
              <a:buChar char=""/>
              <a:defRPr lang="en-US" sz="1500" b="0" u="none" strike="noStrike">
                <a:solidFill>
                  <a:srgbClr val="FFFFFF"/>
                </a:solidFill>
                <a:effectLst/>
                <a:uFillTx/>
                <a:latin typeface="Arial"/>
              </a:defRPr>
            </a:lvl5pPr>
            <a:lvl6pPr lvl="5" algn="l">
              <a:spcBef>
                <a:spcPts val="283"/>
              </a:spcBef>
              <a:buClr>
                <a:srgbClr val="FFFFFF"/>
              </a:buClr>
              <a:buSzPct val="45000"/>
              <a:buFont typeface="Wingdings" charset="2"/>
              <a:buChar char=""/>
              <a:defRPr lang="en-US" sz="1500" b="0" u="none" strike="noStrike">
                <a:solidFill>
                  <a:srgbClr val="FFFFFF"/>
                </a:solidFill>
                <a:effectLst/>
                <a:uFillTx/>
                <a:latin typeface="Arial"/>
              </a:defRPr>
            </a:lvl6pPr>
            <a:lvl7pPr lvl="6" algn="l">
              <a:spcBef>
                <a:spcPts val="283"/>
              </a:spcBef>
              <a:buClr>
                <a:srgbClr val="FFFFFF"/>
              </a:buClr>
              <a:buSzPct val="45000"/>
              <a:buFont typeface="Wingdings" charset="2"/>
              <a:buChar char=""/>
              <a:defRPr lang="en-US" sz="1500" b="0" u="none" strike="noStrike">
                <a:solidFill>
                  <a:srgbClr val="FFFFFF"/>
                </a:solidFill>
                <a:effectLst/>
                <a:uFillTx/>
                <a:latin typeface="Arial"/>
              </a:defRPr>
            </a:lvl7pPr>
          </a:lstStyle>
          <a:p>
            <a:pPr marL="432000" indent="-324000" algn="l">
              <a:spcBef>
                <a:spcPts val="1414"/>
              </a:spcBef>
              <a:buClr>
                <a:srgbClr val="FFFFFF"/>
              </a:buClr>
              <a:buSzPct val="45000"/>
              <a:buFont typeface="Wingdings" charset="2"/>
              <a:buChar char=""/>
            </a:pPr>
            <a:r>
              <a:rPr lang="en-US" sz="3200" b="0" u="none" strike="noStrike">
                <a:solidFill>
                  <a:srgbClr val="FFFFFF"/>
                </a:solidFill>
                <a:effectLst/>
                <a:uFillTx/>
                <a:latin typeface="Arial"/>
              </a:rPr>
              <a:t>Click to edit the outline text format</a:t>
            </a:r>
          </a:p>
          <a:p>
            <a:pPr marL="864000" lvl="1" indent="-324000" algn="l">
              <a:spcBef>
                <a:spcPts val="1134"/>
              </a:spcBef>
              <a:buClr>
                <a:srgbClr val="FFFFFF"/>
              </a:buClr>
              <a:buSzPct val="75000"/>
              <a:buFont typeface="Symbol" charset="2"/>
              <a:buChar char=""/>
            </a:pPr>
            <a:r>
              <a:rPr lang="en-US" sz="2400" b="0" u="none" strike="noStrike">
                <a:solidFill>
                  <a:srgbClr val="FFFFFF"/>
                </a:solidFill>
                <a:effectLst/>
                <a:uFillTx/>
                <a:latin typeface="Arial"/>
              </a:rPr>
              <a:t>Second Outline Level</a:t>
            </a:r>
          </a:p>
          <a:p>
            <a:pPr marL="1296000" lvl="2" indent="-288000" algn="l">
              <a:spcBef>
                <a:spcPts val="850"/>
              </a:spcBef>
              <a:buClr>
                <a:srgbClr val="FFFFFF"/>
              </a:buClr>
              <a:buSzPct val="45000"/>
              <a:buFont typeface="Wingdings" charset="2"/>
              <a:buChar char=""/>
            </a:pPr>
            <a:r>
              <a:rPr lang="en-US" sz="1800" b="0" u="none" strike="noStrike">
                <a:solidFill>
                  <a:srgbClr val="FFFFFF"/>
                </a:solidFill>
                <a:effectLst/>
                <a:uFillTx/>
                <a:latin typeface="Arial"/>
              </a:rPr>
              <a:t>Third Outline Level</a:t>
            </a:r>
          </a:p>
          <a:p>
            <a:pPr marL="1728000" lvl="3" indent="-216000" algn="l">
              <a:spcBef>
                <a:spcPts val="567"/>
              </a:spcBef>
              <a:buClr>
                <a:srgbClr val="FFFFFF"/>
              </a:buClr>
              <a:buSzPct val="75000"/>
              <a:buFont typeface="Symbol" charset="2"/>
              <a:buChar char=""/>
            </a:pPr>
            <a:r>
              <a:rPr lang="en-US" sz="1500" b="0" u="none" strike="noStrike">
                <a:solidFill>
                  <a:srgbClr val="FFFFFF"/>
                </a:solidFill>
                <a:effectLst/>
                <a:uFillTx/>
                <a:latin typeface="Arial"/>
              </a:rPr>
              <a:t>Fourth Outline Level</a:t>
            </a:r>
          </a:p>
          <a:p>
            <a:pPr marL="2160000" lvl="4" indent="-216000" algn="l">
              <a:spcBef>
                <a:spcPts val="283"/>
              </a:spcBef>
              <a:buClr>
                <a:srgbClr val="FFFFFF"/>
              </a:buClr>
              <a:buSzPct val="45000"/>
              <a:buFont typeface="Wingdings" charset="2"/>
              <a:buChar char=""/>
            </a:pPr>
            <a:r>
              <a:rPr lang="en-US" sz="1500" b="0" u="none" strike="noStrike">
                <a:solidFill>
                  <a:srgbClr val="FFFFFF"/>
                </a:solidFill>
                <a:effectLst/>
                <a:uFillTx/>
                <a:latin typeface="Arial"/>
              </a:rPr>
              <a:t>Fifth Outline Level</a:t>
            </a:r>
          </a:p>
          <a:p>
            <a:pPr marL="2592000" lvl="5" indent="-216000" algn="l">
              <a:spcBef>
                <a:spcPts val="283"/>
              </a:spcBef>
              <a:buClr>
                <a:srgbClr val="FFFFFF"/>
              </a:buClr>
              <a:buSzPct val="45000"/>
              <a:buFont typeface="Wingdings" charset="2"/>
              <a:buChar char=""/>
            </a:pPr>
            <a:r>
              <a:rPr lang="en-US" sz="1500" b="0" u="none" strike="noStrike">
                <a:solidFill>
                  <a:srgbClr val="FFFFFF"/>
                </a:solidFill>
                <a:effectLst/>
                <a:uFillTx/>
                <a:latin typeface="Arial"/>
              </a:rPr>
              <a:t>Sixth Outline Level</a:t>
            </a:r>
          </a:p>
          <a:p>
            <a:pPr marL="3024000" lvl="6" indent="-216000" algn="l">
              <a:spcBef>
                <a:spcPts val="283"/>
              </a:spcBef>
              <a:buClr>
                <a:srgbClr val="FFFFFF"/>
              </a:buClr>
              <a:buSzPct val="45000"/>
              <a:buFont typeface="Wingdings" charset="2"/>
              <a:buChar char=""/>
            </a:pPr>
            <a:r>
              <a:rPr lang="en-US" sz="1500" b="0" u="none" strike="noStrike">
                <a:solidFill>
                  <a:srgbClr val="FFFFFF"/>
                </a:solidFill>
                <a:effectLst/>
                <a:uFillTx/>
                <a:latin typeface="Arial"/>
              </a:rPr>
              <a:t>Seventh Outline Level</a:t>
            </a:r>
          </a:p>
        </p:txBody>
      </p:sp>
      <p:sp>
        <p:nvSpPr>
          <p:cNvPr id="5" name="PlaceHolder 3"/>
          <p:cNvSpPr>
            <a:spLocks noGrp="1"/>
          </p:cNvSpPr>
          <p:nvPr>
            <p:ph type="dt" idx="1"/>
          </p:nvPr>
        </p:nvSpPr>
        <p:spPr>
          <a:xfrm>
            <a:off x="504000" y="5164920"/>
            <a:ext cx="2348280" cy="390600"/>
          </a:xfrm>
          <a:prstGeom prst="rect">
            <a:avLst/>
          </a:prstGeom>
          <a:noFill/>
          <a:ln w="0">
            <a:noFill/>
          </a:ln>
        </p:spPr>
        <p:txBody>
          <a:bodyPr lIns="0" tIns="0" rIns="0" bIns="0" anchor="t">
            <a:noAutofit/>
          </a:bodyPr>
          <a:lstStyle>
            <a:lvl1pPr indent="0" algn="l">
              <a:buNone/>
              <a:defRPr lang="en-US" sz="1400" b="0" u="none" strike="noStrike">
                <a:solidFill>
                  <a:srgbClr val="FFFFFF"/>
                </a:solidFill>
                <a:effectLst/>
                <a:uFillTx/>
                <a:latin typeface="Arial"/>
              </a:defRPr>
            </a:lvl1pPr>
          </a:lstStyle>
          <a:p>
            <a:pPr indent="0" algn="l">
              <a:buNone/>
            </a:pPr>
            <a:r>
              <a:rPr lang="en-US" sz="1400" b="0" u="none" strike="noStrike">
                <a:solidFill>
                  <a:srgbClr val="FFFFFF"/>
                </a:solidFill>
                <a:effectLst/>
                <a:uFillTx/>
                <a:latin typeface="Arial"/>
              </a:rPr>
              <a:t>&lt;date/time&gt;</a:t>
            </a:r>
          </a:p>
        </p:txBody>
      </p:sp>
      <p:sp>
        <p:nvSpPr>
          <p:cNvPr id="6" name="PlaceHolder 4"/>
          <p:cNvSpPr>
            <a:spLocks noGrp="1"/>
          </p:cNvSpPr>
          <p:nvPr>
            <p:ph type="ftr" idx="2"/>
          </p:nvPr>
        </p:nvSpPr>
        <p:spPr>
          <a:xfrm>
            <a:off x="3447360" y="5164920"/>
            <a:ext cx="3195000" cy="390600"/>
          </a:xfrm>
          <a:prstGeom prst="rect">
            <a:avLst/>
          </a:prstGeom>
          <a:noFill/>
          <a:ln w="0">
            <a:noFill/>
          </a:ln>
        </p:spPr>
        <p:txBody>
          <a:bodyPr lIns="0" tIns="0" rIns="0" bIns="0" anchor="t">
            <a:noAutofit/>
          </a:bodyPr>
          <a:lstStyle>
            <a:lvl1pPr indent="0" algn="ctr">
              <a:buNone/>
              <a:defRPr lang="en-US" sz="1400" b="0" u="none" strike="noStrike">
                <a:solidFill>
                  <a:srgbClr val="FFFFFF"/>
                </a:solidFill>
                <a:effectLst/>
                <a:uFillTx/>
                <a:latin typeface="Arial"/>
              </a:defRPr>
            </a:lvl1pPr>
          </a:lstStyle>
          <a:p>
            <a:pPr indent="0" algn="ctr">
              <a:buNone/>
            </a:pPr>
            <a:r>
              <a:rPr lang="en-US" sz="1400" b="0" u="none" strike="noStrike">
                <a:solidFill>
                  <a:srgbClr val="FFFFFF"/>
                </a:solidFill>
                <a:effectLst/>
                <a:uFillTx/>
                <a:latin typeface="Arial"/>
              </a:rPr>
              <a:t>&lt;footer&gt;</a:t>
            </a:r>
          </a:p>
        </p:txBody>
      </p:sp>
      <p:sp>
        <p:nvSpPr>
          <p:cNvPr id="7" name="PlaceHolder 5"/>
          <p:cNvSpPr>
            <a:spLocks noGrp="1"/>
          </p:cNvSpPr>
          <p:nvPr>
            <p:ph type="sldNum" idx="3"/>
          </p:nvPr>
        </p:nvSpPr>
        <p:spPr>
          <a:xfrm>
            <a:off x="7227360" y="5164920"/>
            <a:ext cx="2348280" cy="390600"/>
          </a:xfrm>
          <a:prstGeom prst="rect">
            <a:avLst/>
          </a:prstGeom>
          <a:noFill/>
          <a:ln w="0">
            <a:noFill/>
          </a:ln>
        </p:spPr>
        <p:txBody>
          <a:bodyPr lIns="0" tIns="0" rIns="0" bIns="0" anchor="t">
            <a:noAutofit/>
          </a:bodyPr>
          <a:lstStyle>
            <a:lvl1pPr indent="0" algn="r">
              <a:buNone/>
              <a:defRPr lang="en-US" sz="1400" b="0" u="none" strike="noStrike">
                <a:solidFill>
                  <a:srgbClr val="FFFFFF"/>
                </a:solidFill>
                <a:effectLst/>
                <a:uFillTx/>
                <a:latin typeface="Arial"/>
              </a:defRPr>
            </a:lvl1pPr>
          </a:lstStyle>
          <a:p>
            <a:pPr indent="0" algn="r">
              <a:buNone/>
            </a:pPr>
            <a:fld id="{82367243-A4CD-4AEF-8669-EC71E9DCCA5D}" type="slidenum">
              <a:rPr lang="en-US" sz="1400" b="0" u="none" strike="noStrike">
                <a:solidFill>
                  <a:srgbClr val="FFFFFF"/>
                </a:solidFill>
                <a:effectLst/>
                <a:uFillTx/>
                <a:latin typeface="Arial"/>
              </a:rPr>
              <a:t>‹#›</a:t>
            </a:fld>
            <a:endParaRPr lang="en-US" sz="1400" b="0" u="none" strike="noStrike">
              <a:solidFill>
                <a:srgbClr val="FFFFFF"/>
              </a:solidFill>
              <a:effectLst/>
              <a:uFillTx/>
              <a:latin typeface="Aria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Blueprint Plans">
    <p:spTree>
      <p:nvGrpSpPr>
        <p:cNvPr id="1" name=""/>
        <p:cNvGrpSpPr/>
        <p:nvPr/>
      </p:nvGrpSpPr>
      <p:grpSpPr>
        <a:xfrm>
          <a:off x="0" y="0"/>
          <a:ext cx="0" cy="0"/>
          <a:chOff x="0" y="0"/>
          <a:chExt cx="0" cy="0"/>
        </a:xfrm>
      </p:grpSpPr>
      <p:pic>
        <p:nvPicPr>
          <p:cNvPr id="8" name="Graphic 7"/>
          <p:cNvPicPr/>
          <p:nvPr/>
        </p:nvPicPr>
        <p:blipFill>
          <a:blip>
            <a:extLst>
              <a:ext uri="{96DAC541-7B7A-43D3-8B79-37D633B846F1}">
                <asvg:svgBlip xmlns:asvg="http://schemas.microsoft.com/office/drawing/2016/SVG/main" r:embed="rId2"/>
              </a:ext>
            </a:extLst>
          </a:blip>
          <a:stretch/>
        </p:blipFill>
        <p:spPr>
          <a:xfrm>
            <a:off x="0" y="0"/>
            <a:ext cx="10080000" cy="5670000"/>
          </a:xfrm>
          <a:prstGeom prst="rect">
            <a:avLst/>
          </a:prstGeom>
          <a:noFill/>
          <a:ln w="18000">
            <a:noFill/>
          </a:ln>
        </p:spPr>
      </p:pic>
      <p:sp>
        <p:nvSpPr>
          <p:cNvPr id="9" name="PlaceHolder 1"/>
          <p:cNvSpPr>
            <a:spLocks noGrp="1"/>
          </p:cNvSpPr>
          <p:nvPr>
            <p:ph type="title"/>
          </p:nvPr>
        </p:nvSpPr>
        <p:spPr>
          <a:xfrm>
            <a:off x="504000" y="810000"/>
            <a:ext cx="9072000" cy="1296000"/>
          </a:xfrm>
          <a:prstGeom prst="rect">
            <a:avLst/>
          </a:prstGeom>
          <a:noFill/>
          <a:ln w="0">
            <a:noFill/>
          </a:ln>
        </p:spPr>
        <p:txBody>
          <a:bodyPr lIns="0" tIns="0" rIns="0" bIns="0" anchor="ctr">
            <a:noAutofit/>
          </a:bodyPr>
          <a:lstStyle>
            <a:lvl1pPr indent="0" algn="ctr">
              <a:buNone/>
              <a:defRPr lang="en-US" sz="4400" b="0" u="none" strike="noStrike">
                <a:solidFill>
                  <a:srgbClr val="FFFFFF"/>
                </a:solidFill>
                <a:effectLst/>
                <a:uFillTx/>
                <a:latin typeface="Arial"/>
              </a:defRPr>
            </a:lvl1pPr>
          </a:lstStyle>
          <a:p>
            <a:pPr indent="0" algn="ctr">
              <a:buNone/>
            </a:pPr>
            <a:r>
              <a:rPr lang="en-US" sz="4400" b="0" u="none" strike="noStrike">
                <a:solidFill>
                  <a:srgbClr val="FFFFFF"/>
                </a:solidFill>
                <a:effectLst/>
                <a:uFillTx/>
                <a:latin typeface="Arial"/>
              </a:rPr>
              <a:t>Click to edit the title text format</a:t>
            </a:r>
          </a:p>
        </p:txBody>
      </p:sp>
      <p:sp>
        <p:nvSpPr>
          <p:cNvPr id="10" name="PlaceHolder 2"/>
          <p:cNvSpPr>
            <a:spLocks noGrp="1"/>
          </p:cNvSpPr>
          <p:nvPr>
            <p:ph type="body"/>
          </p:nvPr>
        </p:nvSpPr>
        <p:spPr>
          <a:xfrm>
            <a:off x="504000" y="2376000"/>
            <a:ext cx="9072000" cy="2754000"/>
          </a:xfrm>
          <a:prstGeom prst="rect">
            <a:avLst/>
          </a:prstGeom>
          <a:noFill/>
          <a:ln w="0">
            <a:noFill/>
          </a:ln>
        </p:spPr>
        <p:txBody>
          <a:bodyPr lIns="0" tIns="0" rIns="0" bIns="0" anchor="t">
            <a:normAutofit/>
          </a:bodyPr>
          <a:lstStyle>
            <a:lvl1pPr algn="l">
              <a:spcBef>
                <a:spcPts val="1414"/>
              </a:spcBef>
              <a:buClr>
                <a:srgbClr val="FFFFFF"/>
              </a:buClr>
              <a:buSzPct val="45000"/>
              <a:buFont typeface="Wingdings" charset="2"/>
              <a:buChar char=""/>
              <a:defRPr lang="en-US" sz="3200" b="0" u="none" strike="noStrike">
                <a:solidFill>
                  <a:srgbClr val="FFFFFF"/>
                </a:solidFill>
                <a:effectLst/>
                <a:uFillTx/>
                <a:latin typeface="Arial"/>
              </a:defRPr>
            </a:lvl1pPr>
            <a:lvl2pPr lvl="1" algn="l">
              <a:spcBef>
                <a:spcPts val="1134"/>
              </a:spcBef>
              <a:buClr>
                <a:srgbClr val="FFFFFF"/>
              </a:buClr>
              <a:buSzPct val="75000"/>
              <a:buFont typeface="Symbol" charset="2"/>
              <a:buChar char=""/>
              <a:defRPr lang="en-US" sz="2400" b="0" u="none" strike="noStrike">
                <a:solidFill>
                  <a:srgbClr val="FFFFFF"/>
                </a:solidFill>
                <a:effectLst/>
                <a:uFillTx/>
                <a:latin typeface="Arial"/>
              </a:defRPr>
            </a:lvl2pPr>
            <a:lvl3pPr lvl="2" algn="l">
              <a:spcBef>
                <a:spcPts val="850"/>
              </a:spcBef>
              <a:buClr>
                <a:srgbClr val="FFFFFF"/>
              </a:buClr>
              <a:buSzPct val="45000"/>
              <a:buFont typeface="Wingdings" charset="2"/>
              <a:buChar char=""/>
              <a:defRPr lang="en-US" sz="1800" b="0" u="none" strike="noStrike">
                <a:solidFill>
                  <a:srgbClr val="FFFFFF"/>
                </a:solidFill>
                <a:effectLst/>
                <a:uFillTx/>
                <a:latin typeface="Arial"/>
              </a:defRPr>
            </a:lvl3pPr>
            <a:lvl4pPr lvl="3" algn="l">
              <a:spcBef>
                <a:spcPts val="567"/>
              </a:spcBef>
              <a:buClr>
                <a:srgbClr val="FFFFFF"/>
              </a:buClr>
              <a:buSzPct val="75000"/>
              <a:buFont typeface="Symbol" charset="2"/>
              <a:buChar char=""/>
              <a:defRPr lang="en-US" sz="1500" b="0" u="none" strike="noStrike">
                <a:solidFill>
                  <a:srgbClr val="FFFFFF"/>
                </a:solidFill>
                <a:effectLst/>
                <a:uFillTx/>
                <a:latin typeface="Arial"/>
              </a:defRPr>
            </a:lvl4pPr>
            <a:lvl5pPr lvl="4" algn="l">
              <a:spcBef>
                <a:spcPts val="283"/>
              </a:spcBef>
              <a:buClr>
                <a:srgbClr val="FFFFFF"/>
              </a:buClr>
              <a:buSzPct val="45000"/>
              <a:buFont typeface="Wingdings" charset="2"/>
              <a:buChar char=""/>
              <a:defRPr lang="en-US" sz="1500" b="0" u="none" strike="noStrike">
                <a:solidFill>
                  <a:srgbClr val="FFFFFF"/>
                </a:solidFill>
                <a:effectLst/>
                <a:uFillTx/>
                <a:latin typeface="Arial"/>
              </a:defRPr>
            </a:lvl5pPr>
            <a:lvl6pPr lvl="5" algn="l">
              <a:spcBef>
                <a:spcPts val="283"/>
              </a:spcBef>
              <a:buClr>
                <a:srgbClr val="FFFFFF"/>
              </a:buClr>
              <a:buSzPct val="45000"/>
              <a:buFont typeface="Wingdings" charset="2"/>
              <a:buChar char=""/>
              <a:defRPr lang="en-US" sz="1500" b="0" u="none" strike="noStrike">
                <a:solidFill>
                  <a:srgbClr val="FFFFFF"/>
                </a:solidFill>
                <a:effectLst/>
                <a:uFillTx/>
                <a:latin typeface="Arial"/>
              </a:defRPr>
            </a:lvl6pPr>
            <a:lvl7pPr lvl="6" algn="l">
              <a:spcBef>
                <a:spcPts val="283"/>
              </a:spcBef>
              <a:buClr>
                <a:srgbClr val="FFFFFF"/>
              </a:buClr>
              <a:buSzPct val="45000"/>
              <a:buFont typeface="Wingdings" charset="2"/>
              <a:buChar char=""/>
              <a:defRPr lang="en-US" sz="1500" b="0" u="none" strike="noStrike">
                <a:solidFill>
                  <a:srgbClr val="FFFFFF"/>
                </a:solidFill>
                <a:effectLst/>
                <a:uFillTx/>
                <a:latin typeface="Arial"/>
              </a:defRPr>
            </a:lvl7pPr>
          </a:lstStyle>
          <a:p>
            <a:pPr marL="432000" indent="-324000" algn="l">
              <a:spcBef>
                <a:spcPts val="1414"/>
              </a:spcBef>
              <a:buClr>
                <a:srgbClr val="FFFFFF"/>
              </a:buClr>
              <a:buSzPct val="45000"/>
              <a:buFont typeface="Wingdings" charset="2"/>
              <a:buChar char=""/>
            </a:pPr>
            <a:r>
              <a:rPr lang="en-US" sz="3200" b="0" u="none" strike="noStrike">
                <a:solidFill>
                  <a:srgbClr val="FFFFFF"/>
                </a:solidFill>
                <a:effectLst/>
                <a:uFillTx/>
                <a:latin typeface="Arial"/>
              </a:rPr>
              <a:t>Click to edit the outline text format</a:t>
            </a:r>
          </a:p>
          <a:p>
            <a:pPr marL="864000" lvl="1" indent="-324000" algn="l">
              <a:spcBef>
                <a:spcPts val="1134"/>
              </a:spcBef>
              <a:buClr>
                <a:srgbClr val="FFFFFF"/>
              </a:buClr>
              <a:buSzPct val="75000"/>
              <a:buFont typeface="Symbol" charset="2"/>
              <a:buChar char=""/>
            </a:pPr>
            <a:r>
              <a:rPr lang="en-US" sz="2400" b="0" u="none" strike="noStrike">
                <a:solidFill>
                  <a:srgbClr val="FFFFFF"/>
                </a:solidFill>
                <a:effectLst/>
                <a:uFillTx/>
                <a:latin typeface="Arial"/>
              </a:rPr>
              <a:t>Second Outline Level</a:t>
            </a:r>
          </a:p>
          <a:p>
            <a:pPr marL="1296000" lvl="2" indent="-288000" algn="l">
              <a:spcBef>
                <a:spcPts val="850"/>
              </a:spcBef>
              <a:buClr>
                <a:srgbClr val="FFFFFF"/>
              </a:buClr>
              <a:buSzPct val="45000"/>
              <a:buFont typeface="Wingdings" charset="2"/>
              <a:buChar char=""/>
            </a:pPr>
            <a:r>
              <a:rPr lang="en-US" sz="1800" b="0" u="none" strike="noStrike">
                <a:solidFill>
                  <a:srgbClr val="FFFFFF"/>
                </a:solidFill>
                <a:effectLst/>
                <a:uFillTx/>
                <a:latin typeface="Arial"/>
              </a:rPr>
              <a:t>Third Outline Level</a:t>
            </a:r>
          </a:p>
          <a:p>
            <a:pPr marL="1728000" lvl="3" indent="-216000" algn="l">
              <a:spcBef>
                <a:spcPts val="567"/>
              </a:spcBef>
              <a:buClr>
                <a:srgbClr val="FFFFFF"/>
              </a:buClr>
              <a:buSzPct val="75000"/>
              <a:buFont typeface="Symbol" charset="2"/>
              <a:buChar char=""/>
            </a:pPr>
            <a:r>
              <a:rPr lang="en-US" sz="1500" b="0" u="none" strike="noStrike">
                <a:solidFill>
                  <a:srgbClr val="FFFFFF"/>
                </a:solidFill>
                <a:effectLst/>
                <a:uFillTx/>
                <a:latin typeface="Arial"/>
              </a:rPr>
              <a:t>Fourth Outline Level</a:t>
            </a:r>
          </a:p>
          <a:p>
            <a:pPr marL="2160000" lvl="4" indent="-216000" algn="l">
              <a:spcBef>
                <a:spcPts val="283"/>
              </a:spcBef>
              <a:buClr>
                <a:srgbClr val="FFFFFF"/>
              </a:buClr>
              <a:buSzPct val="45000"/>
              <a:buFont typeface="Wingdings" charset="2"/>
              <a:buChar char=""/>
            </a:pPr>
            <a:r>
              <a:rPr lang="en-US" sz="1500" b="0" u="none" strike="noStrike">
                <a:solidFill>
                  <a:srgbClr val="FFFFFF"/>
                </a:solidFill>
                <a:effectLst/>
                <a:uFillTx/>
                <a:latin typeface="Arial"/>
              </a:rPr>
              <a:t>Fifth Outline Level</a:t>
            </a:r>
          </a:p>
          <a:p>
            <a:pPr marL="2592000" lvl="5" indent="-216000" algn="l">
              <a:spcBef>
                <a:spcPts val="283"/>
              </a:spcBef>
              <a:buClr>
                <a:srgbClr val="FFFFFF"/>
              </a:buClr>
              <a:buSzPct val="45000"/>
              <a:buFont typeface="Wingdings" charset="2"/>
              <a:buChar char=""/>
            </a:pPr>
            <a:r>
              <a:rPr lang="en-US" sz="1500" b="0" u="none" strike="noStrike">
                <a:solidFill>
                  <a:srgbClr val="FFFFFF"/>
                </a:solidFill>
                <a:effectLst/>
                <a:uFillTx/>
                <a:latin typeface="Arial"/>
              </a:rPr>
              <a:t>Sixth Outline Level</a:t>
            </a:r>
          </a:p>
          <a:p>
            <a:pPr marL="3024000" lvl="6" indent="-216000" algn="l">
              <a:spcBef>
                <a:spcPts val="283"/>
              </a:spcBef>
              <a:buClr>
                <a:srgbClr val="FFFFFF"/>
              </a:buClr>
              <a:buSzPct val="45000"/>
              <a:buFont typeface="Wingdings" charset="2"/>
              <a:buChar char=""/>
            </a:pPr>
            <a:r>
              <a:rPr lang="en-US" sz="1500" b="0" u="none" strike="noStrike">
                <a:solidFill>
                  <a:srgbClr val="FFFFFF"/>
                </a:solidFill>
                <a:effectLst/>
                <a:uFillTx/>
                <a:latin typeface="Arial"/>
              </a:rPr>
              <a:t>Seventh Outline Level</a:t>
            </a:r>
          </a:p>
        </p:txBody>
      </p:sp>
      <p:sp>
        <p:nvSpPr>
          <p:cNvPr id="11" name="PlaceHolder 3"/>
          <p:cNvSpPr>
            <a:spLocks noGrp="1"/>
          </p:cNvSpPr>
          <p:nvPr>
            <p:ph type="dt" idx="4"/>
          </p:nvPr>
        </p:nvSpPr>
        <p:spPr>
          <a:xfrm>
            <a:off x="504000" y="5164920"/>
            <a:ext cx="2348280" cy="390600"/>
          </a:xfrm>
          <a:prstGeom prst="rect">
            <a:avLst/>
          </a:prstGeom>
          <a:noFill/>
          <a:ln w="0">
            <a:noFill/>
          </a:ln>
        </p:spPr>
        <p:txBody>
          <a:bodyPr lIns="0" tIns="0" rIns="0" bIns="0" anchor="t">
            <a:noAutofit/>
          </a:bodyPr>
          <a:lstStyle>
            <a:lvl1pPr indent="0" algn="l">
              <a:buNone/>
              <a:defRPr lang="en-US" sz="1400" b="0" u="none" strike="noStrike">
                <a:solidFill>
                  <a:srgbClr val="FFFFFF"/>
                </a:solidFill>
                <a:effectLst/>
                <a:uFillTx/>
                <a:latin typeface="Arial"/>
              </a:defRPr>
            </a:lvl1pPr>
          </a:lstStyle>
          <a:p>
            <a:pPr indent="0" algn="l">
              <a:buNone/>
            </a:pPr>
            <a:r>
              <a:rPr lang="en-US" sz="1400" b="0" u="none" strike="noStrike">
                <a:solidFill>
                  <a:srgbClr val="FFFFFF"/>
                </a:solidFill>
                <a:effectLst/>
                <a:uFillTx/>
                <a:latin typeface="Arial"/>
              </a:rPr>
              <a:t>&lt;date/time&gt;</a:t>
            </a:r>
          </a:p>
        </p:txBody>
      </p:sp>
      <p:sp>
        <p:nvSpPr>
          <p:cNvPr id="12" name="PlaceHolder 4"/>
          <p:cNvSpPr>
            <a:spLocks noGrp="1"/>
          </p:cNvSpPr>
          <p:nvPr>
            <p:ph type="ftr" idx="5"/>
          </p:nvPr>
        </p:nvSpPr>
        <p:spPr>
          <a:xfrm>
            <a:off x="3447360" y="5164920"/>
            <a:ext cx="3195000" cy="390600"/>
          </a:xfrm>
          <a:prstGeom prst="rect">
            <a:avLst/>
          </a:prstGeom>
          <a:noFill/>
          <a:ln w="0">
            <a:noFill/>
          </a:ln>
        </p:spPr>
        <p:txBody>
          <a:bodyPr lIns="0" tIns="0" rIns="0" bIns="0" anchor="t">
            <a:noAutofit/>
          </a:bodyPr>
          <a:lstStyle>
            <a:lvl1pPr indent="0" algn="ctr">
              <a:buNone/>
              <a:defRPr lang="en-US" sz="1400" b="0" u="none" strike="noStrike">
                <a:solidFill>
                  <a:srgbClr val="FFFFFF"/>
                </a:solidFill>
                <a:effectLst/>
                <a:uFillTx/>
                <a:latin typeface="Arial"/>
              </a:defRPr>
            </a:lvl1pPr>
          </a:lstStyle>
          <a:p>
            <a:pPr indent="0" algn="ctr">
              <a:buNone/>
            </a:pPr>
            <a:r>
              <a:rPr lang="en-US" sz="1400" b="0" u="none" strike="noStrike">
                <a:solidFill>
                  <a:srgbClr val="FFFFFF"/>
                </a:solidFill>
                <a:effectLst/>
                <a:uFillTx/>
                <a:latin typeface="Arial"/>
              </a:rPr>
              <a:t>&lt;footer&gt;</a:t>
            </a:r>
          </a:p>
        </p:txBody>
      </p:sp>
      <p:sp>
        <p:nvSpPr>
          <p:cNvPr id="13" name="PlaceHolder 5"/>
          <p:cNvSpPr>
            <a:spLocks noGrp="1"/>
          </p:cNvSpPr>
          <p:nvPr>
            <p:ph type="sldNum" idx="6"/>
          </p:nvPr>
        </p:nvSpPr>
        <p:spPr>
          <a:xfrm>
            <a:off x="7227360" y="5164920"/>
            <a:ext cx="2348280" cy="390600"/>
          </a:xfrm>
          <a:prstGeom prst="rect">
            <a:avLst/>
          </a:prstGeom>
          <a:noFill/>
          <a:ln w="0">
            <a:noFill/>
          </a:ln>
        </p:spPr>
        <p:txBody>
          <a:bodyPr lIns="0" tIns="0" rIns="0" bIns="0" anchor="t">
            <a:noAutofit/>
          </a:bodyPr>
          <a:lstStyle>
            <a:lvl1pPr indent="0" algn="r">
              <a:buNone/>
              <a:defRPr lang="en-US" sz="1400" b="0" u="none" strike="noStrike">
                <a:solidFill>
                  <a:srgbClr val="FFFFFF"/>
                </a:solidFill>
                <a:effectLst/>
                <a:uFillTx/>
                <a:latin typeface="Arial"/>
              </a:defRPr>
            </a:lvl1pPr>
          </a:lstStyle>
          <a:p>
            <a:pPr indent="0" algn="r">
              <a:buNone/>
            </a:pPr>
            <a:fld id="{90ED4C0A-2B89-44DF-BD17-3BEC47D2D150}" type="slidenum">
              <a:rPr lang="en-US" sz="1400" b="0" u="none" strike="noStrike">
                <a:solidFill>
                  <a:srgbClr val="FFFFFF"/>
                </a:solidFill>
                <a:effectLst/>
                <a:uFillTx/>
                <a:latin typeface="Arial"/>
              </a:rPr>
              <a:t>‹#›</a:t>
            </a:fld>
            <a:endParaRPr lang="en-US" sz="1400" b="0" u="none" strike="noStrike">
              <a:solidFill>
                <a:srgbClr val="FFFFFF"/>
              </a:solidFill>
              <a:effectLst/>
              <a:uFillTx/>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x" preserve="1">
  <p:cSld name="Standard">
    <p:spTree>
      <p:nvGrpSpPr>
        <p:cNvPr id="1" name=""/>
        <p:cNvGrpSpPr/>
        <p:nvPr/>
      </p:nvGrpSpPr>
      <p:grpSpPr>
        <a:xfrm>
          <a:off x="0" y="0"/>
          <a:ext cx="0" cy="0"/>
          <a:chOff x="0" y="0"/>
          <a:chExt cx="0" cy="0"/>
        </a:xfrm>
      </p:grpSpPr>
      <p:pic>
        <p:nvPicPr>
          <p:cNvPr id="14" name="Graphic 13"/>
          <p:cNvPicPr/>
          <p:nvPr/>
        </p:nvPicPr>
        <p:blipFill>
          <a:blip>
            <a:extLst>
              <a:ext uri="{96DAC541-7B7A-43D3-8B79-37D633B846F1}">
                <asvg:svgBlip xmlns:asvg="http://schemas.microsoft.com/office/drawing/2016/SVG/main" r:embed="rId2"/>
              </a:ext>
            </a:extLst>
          </a:blip>
          <a:stretch/>
        </p:blipFill>
        <p:spPr>
          <a:xfrm>
            <a:off x="0" y="0"/>
            <a:ext cx="10080000" cy="5670000"/>
          </a:xfrm>
          <a:prstGeom prst="rect">
            <a:avLst/>
          </a:prstGeom>
          <a:noFill/>
          <a:ln w="18000">
            <a:noFill/>
          </a:ln>
        </p:spPr>
      </p:pic>
      <p:sp>
        <p:nvSpPr>
          <p:cNvPr id="15" name="PlaceHolder 1"/>
          <p:cNvSpPr>
            <a:spLocks noGrp="1"/>
          </p:cNvSpPr>
          <p:nvPr>
            <p:ph type="title"/>
          </p:nvPr>
        </p:nvSpPr>
        <p:spPr>
          <a:xfrm>
            <a:off x="504000" y="225720"/>
            <a:ext cx="9072000" cy="946800"/>
          </a:xfrm>
          <a:prstGeom prst="rect">
            <a:avLst/>
          </a:prstGeom>
          <a:noFill/>
          <a:ln w="0">
            <a:noFill/>
          </a:ln>
        </p:spPr>
        <p:txBody>
          <a:bodyPr lIns="0" tIns="0" rIns="0" bIns="0" anchor="ctr">
            <a:noAutofit/>
          </a:bodyPr>
          <a:lstStyle>
            <a:lvl1pPr indent="0" algn="ctr">
              <a:buNone/>
              <a:defRPr lang="en-US" sz="3300" b="0" u="none" strike="noStrike">
                <a:solidFill>
                  <a:srgbClr val="000000"/>
                </a:solidFill>
                <a:effectLst/>
                <a:uFillTx/>
                <a:latin typeface="Arial"/>
              </a:defRPr>
            </a:lvl1pPr>
          </a:lstStyle>
          <a:p>
            <a:pPr indent="0" algn="ctr">
              <a:buNone/>
            </a:pPr>
            <a:r>
              <a:rPr lang="en-US" sz="3300" b="0" u="none" strike="noStrike">
                <a:solidFill>
                  <a:srgbClr val="000000"/>
                </a:solidFill>
                <a:effectLst/>
                <a:uFillTx/>
                <a:latin typeface="Arial"/>
              </a:rPr>
              <a:t>Click to edit the title text format</a:t>
            </a:r>
          </a:p>
        </p:txBody>
      </p:sp>
      <p:sp>
        <p:nvSpPr>
          <p:cNvPr id="16" name="PlaceHolder 2"/>
          <p:cNvSpPr>
            <a:spLocks noGrp="1"/>
          </p:cNvSpPr>
          <p:nvPr>
            <p:ph type="body"/>
          </p:nvPr>
        </p:nvSpPr>
        <p:spPr>
          <a:xfrm>
            <a:off x="504000" y="1326600"/>
            <a:ext cx="9072000" cy="3288240"/>
          </a:xfrm>
          <a:prstGeom prst="rect">
            <a:avLst/>
          </a:prstGeom>
          <a:noFill/>
          <a:ln w="0">
            <a:noFill/>
          </a:ln>
        </p:spPr>
        <p:txBody>
          <a:bodyPr lIns="0" tIns="0" rIns="0" bIns="0" anchor="t">
            <a:normAutofit/>
          </a:bodyPr>
          <a:lstStyle>
            <a:lvl1pPr algn="l">
              <a:spcBef>
                <a:spcPts val="1060"/>
              </a:spcBef>
              <a:buClr>
                <a:srgbClr val="000000"/>
              </a:buClr>
              <a:buSzPct val="45000"/>
              <a:buFont typeface="Wingdings" charset="2"/>
              <a:buChar char=""/>
              <a:defRPr lang="en-US" sz="2400" b="0" u="none" strike="noStrike">
                <a:solidFill>
                  <a:srgbClr val="000000"/>
                </a:solidFill>
                <a:effectLst/>
                <a:uFillTx/>
                <a:latin typeface="Arial"/>
              </a:defRPr>
            </a:lvl1pPr>
            <a:lvl2pPr lvl="1" algn="l">
              <a:spcBef>
                <a:spcPts val="850"/>
              </a:spcBef>
              <a:buClr>
                <a:srgbClr val="000000"/>
              </a:buClr>
              <a:buSzPct val="75000"/>
              <a:buFont typeface="Symbol" charset="2"/>
              <a:buChar char=""/>
              <a:defRPr lang="en-US" sz="2100" b="0" u="none" strike="noStrike">
                <a:solidFill>
                  <a:srgbClr val="000000"/>
                </a:solidFill>
                <a:effectLst/>
                <a:uFillTx/>
                <a:latin typeface="Arial"/>
              </a:defRPr>
            </a:lvl2pPr>
            <a:lvl3pPr lvl="2" algn="l">
              <a:spcBef>
                <a:spcPts val="638"/>
              </a:spcBef>
              <a:buClr>
                <a:srgbClr val="000000"/>
              </a:buClr>
              <a:buSzPct val="45000"/>
              <a:buFont typeface="Wingdings" charset="2"/>
              <a:buChar char=""/>
              <a:defRPr lang="en-US" sz="1800" b="0" u="none" strike="noStrike">
                <a:solidFill>
                  <a:srgbClr val="000000"/>
                </a:solidFill>
                <a:effectLst/>
                <a:uFillTx/>
                <a:latin typeface="Arial"/>
              </a:defRPr>
            </a:lvl3pPr>
            <a:lvl4pPr lvl="3" algn="l">
              <a:spcBef>
                <a:spcPts val="425"/>
              </a:spcBef>
              <a:buClr>
                <a:srgbClr val="000000"/>
              </a:buClr>
              <a:buSzPct val="75000"/>
              <a:buFont typeface="Symbol" charset="2"/>
              <a:buChar char=""/>
              <a:defRPr lang="en-US" sz="1500" b="0" u="none" strike="noStrike">
                <a:solidFill>
                  <a:srgbClr val="000000"/>
                </a:solidFill>
                <a:effectLst/>
                <a:uFillTx/>
                <a:latin typeface="Arial"/>
              </a:defRPr>
            </a:lvl4pPr>
            <a:lvl5pPr lvl="4" algn="l">
              <a:spcBef>
                <a:spcPts val="213"/>
              </a:spcBef>
              <a:buClr>
                <a:srgbClr val="000000"/>
              </a:buClr>
              <a:buSzPct val="45000"/>
              <a:buFont typeface="Wingdings" charset="2"/>
              <a:buChar char=""/>
              <a:defRPr lang="en-US" sz="1500" b="0" u="none" strike="noStrike">
                <a:solidFill>
                  <a:srgbClr val="000000"/>
                </a:solidFill>
                <a:effectLst/>
                <a:uFillTx/>
                <a:latin typeface="Arial"/>
              </a:defRPr>
            </a:lvl5pPr>
            <a:lvl6pPr lvl="5" algn="l">
              <a:spcBef>
                <a:spcPts val="213"/>
              </a:spcBef>
              <a:buClr>
                <a:srgbClr val="000000"/>
              </a:buClr>
              <a:buSzPct val="45000"/>
              <a:buFont typeface="Wingdings" charset="2"/>
              <a:buChar char=""/>
              <a:defRPr lang="en-US" sz="1500" b="0" u="none" strike="noStrike">
                <a:solidFill>
                  <a:srgbClr val="000000"/>
                </a:solidFill>
                <a:effectLst/>
                <a:uFillTx/>
                <a:latin typeface="Arial"/>
              </a:defRPr>
            </a:lvl6pPr>
            <a:lvl7pPr lvl="6" algn="l">
              <a:spcBef>
                <a:spcPts val="213"/>
              </a:spcBef>
              <a:buClr>
                <a:srgbClr val="000000"/>
              </a:buClr>
              <a:buSzPct val="45000"/>
              <a:buFont typeface="Wingdings" charset="2"/>
              <a:buChar char=""/>
              <a:defRPr lang="en-US" sz="1500" b="0" u="none" strike="noStrike">
                <a:solidFill>
                  <a:srgbClr val="000000"/>
                </a:solidFill>
                <a:effectLst/>
                <a:uFillTx/>
                <a:latin typeface="Arial"/>
              </a:defRPr>
            </a:lvl7pPr>
          </a:lstStyle>
          <a:p>
            <a:pPr marL="432000" indent="-324000" algn="l">
              <a:spcBef>
                <a:spcPts val="1060"/>
              </a:spcBef>
              <a:buClr>
                <a:srgbClr val="000000"/>
              </a:buClr>
              <a:buSzPct val="45000"/>
              <a:buFont typeface="Wingdings" charset="2"/>
              <a:buChar char=""/>
            </a:pPr>
            <a:r>
              <a:rPr lang="en-US" sz="2400" b="0" u="none" strike="noStrike">
                <a:solidFill>
                  <a:srgbClr val="000000"/>
                </a:solidFill>
                <a:effectLst/>
                <a:uFillTx/>
                <a:latin typeface="Arial"/>
              </a:rPr>
              <a:t>Click to edit the outline text format</a:t>
            </a:r>
          </a:p>
          <a:p>
            <a:pPr marL="864000" lvl="1" indent="-324000" algn="l">
              <a:spcBef>
                <a:spcPts val="850"/>
              </a:spcBef>
              <a:buClr>
                <a:srgbClr val="000000"/>
              </a:buClr>
              <a:buSzPct val="75000"/>
              <a:buFont typeface="Symbol" charset="2"/>
              <a:buChar char=""/>
            </a:pPr>
            <a:r>
              <a:rPr lang="en-US" sz="2100" b="0" u="none" strike="noStrike">
                <a:solidFill>
                  <a:srgbClr val="000000"/>
                </a:solidFill>
                <a:effectLst/>
                <a:uFillTx/>
                <a:latin typeface="Arial"/>
              </a:rPr>
              <a:t>Second Outline Level</a:t>
            </a:r>
          </a:p>
          <a:p>
            <a:pPr marL="1296000" lvl="2" indent="-288000" algn="l">
              <a:spcBef>
                <a:spcPts val="638"/>
              </a:spcBef>
              <a:buClr>
                <a:srgbClr val="000000"/>
              </a:buClr>
              <a:buSzPct val="45000"/>
              <a:buFont typeface="Wingdings" charset="2"/>
              <a:buChar char=""/>
            </a:pPr>
            <a:r>
              <a:rPr lang="en-US" sz="1800" b="0" u="none" strike="noStrike">
                <a:solidFill>
                  <a:srgbClr val="000000"/>
                </a:solidFill>
                <a:effectLst/>
                <a:uFillTx/>
                <a:latin typeface="Arial"/>
              </a:rPr>
              <a:t>Third Outline Level</a:t>
            </a:r>
          </a:p>
          <a:p>
            <a:pPr marL="1728000" lvl="3" indent="-216000" algn="l">
              <a:spcBef>
                <a:spcPts val="425"/>
              </a:spcBef>
              <a:buClr>
                <a:srgbClr val="000000"/>
              </a:buClr>
              <a:buSzPct val="75000"/>
              <a:buFont typeface="Symbol" charset="2"/>
              <a:buChar char=""/>
            </a:pPr>
            <a:r>
              <a:rPr lang="en-US" sz="1500" b="0" u="none" strike="noStrike">
                <a:solidFill>
                  <a:srgbClr val="000000"/>
                </a:solidFill>
                <a:effectLst/>
                <a:uFillTx/>
                <a:latin typeface="Arial"/>
              </a:rPr>
              <a:t>Fourth Outline Level</a:t>
            </a:r>
          </a:p>
          <a:p>
            <a:pPr marL="2160000" lvl="4" indent="-216000" algn="l">
              <a:spcBef>
                <a:spcPts val="213"/>
              </a:spcBef>
              <a:buClr>
                <a:srgbClr val="000000"/>
              </a:buClr>
              <a:buSzPct val="45000"/>
              <a:buFont typeface="Wingdings" charset="2"/>
              <a:buChar char=""/>
            </a:pPr>
            <a:r>
              <a:rPr lang="en-US" sz="1500" b="0" u="none" strike="noStrike">
                <a:solidFill>
                  <a:srgbClr val="000000"/>
                </a:solidFill>
                <a:effectLst/>
                <a:uFillTx/>
                <a:latin typeface="Arial"/>
              </a:rPr>
              <a:t>Fifth Outline Level</a:t>
            </a:r>
          </a:p>
          <a:p>
            <a:pPr marL="2592000" lvl="5" indent="-216000" algn="l">
              <a:spcBef>
                <a:spcPts val="213"/>
              </a:spcBef>
              <a:buClr>
                <a:srgbClr val="000000"/>
              </a:buClr>
              <a:buSzPct val="45000"/>
              <a:buFont typeface="Wingdings" charset="2"/>
              <a:buChar char=""/>
            </a:pPr>
            <a:r>
              <a:rPr lang="en-US" sz="1500" b="0" u="none" strike="noStrike">
                <a:solidFill>
                  <a:srgbClr val="000000"/>
                </a:solidFill>
                <a:effectLst/>
                <a:uFillTx/>
                <a:latin typeface="Arial"/>
              </a:rPr>
              <a:t>Sixth Outline Level</a:t>
            </a:r>
          </a:p>
          <a:p>
            <a:pPr marL="3024000" lvl="6" indent="-216000" algn="l">
              <a:spcBef>
                <a:spcPts val="213"/>
              </a:spcBef>
              <a:buClr>
                <a:srgbClr val="000000"/>
              </a:buClr>
              <a:buSzPct val="45000"/>
              <a:buFont typeface="Wingdings" charset="2"/>
              <a:buChar char=""/>
            </a:pPr>
            <a:r>
              <a:rPr lang="en-US" sz="1500" b="0" u="none" strike="noStrike">
                <a:solidFill>
                  <a:srgbClr val="000000"/>
                </a:solidFill>
                <a:effectLst/>
                <a:uFillTx/>
                <a:latin typeface="Arial"/>
              </a:rPr>
              <a:t>Seventh Outline Level</a:t>
            </a:r>
          </a:p>
        </p:txBody>
      </p:sp>
      <p:sp>
        <p:nvSpPr>
          <p:cNvPr id="17" name="PlaceHolder 3"/>
          <p:cNvSpPr>
            <a:spLocks noGrp="1"/>
          </p:cNvSpPr>
          <p:nvPr>
            <p:ph type="dt" idx="7"/>
          </p:nvPr>
        </p:nvSpPr>
        <p:spPr>
          <a:xfrm>
            <a:off x="504000" y="5165280"/>
            <a:ext cx="2348280" cy="390960"/>
          </a:xfrm>
          <a:prstGeom prst="rect">
            <a:avLst/>
          </a:prstGeom>
          <a:noFill/>
          <a:ln w="0">
            <a:noFill/>
          </a:ln>
        </p:spPr>
        <p:txBody>
          <a:bodyPr lIns="0" tIns="0" rIns="0" bIns="0" anchor="t">
            <a:noAutofit/>
          </a:bodyPr>
          <a:lstStyle>
            <a:lvl1pPr indent="0" algn="l">
              <a:buNone/>
              <a:defRPr lang="en-US" sz="1400" b="0" u="none" strike="noStrike">
                <a:solidFill>
                  <a:srgbClr val="000000"/>
                </a:solidFill>
                <a:effectLst/>
                <a:uFillTx/>
                <a:latin typeface="Arial"/>
              </a:defRPr>
            </a:lvl1pPr>
          </a:lstStyle>
          <a:p>
            <a:pPr indent="0" algn="l">
              <a:buNone/>
            </a:pPr>
            <a:r>
              <a:rPr lang="en-US" sz="1400" b="0" u="none" strike="noStrike">
                <a:solidFill>
                  <a:srgbClr val="000000"/>
                </a:solidFill>
                <a:effectLst/>
                <a:uFillTx/>
                <a:latin typeface="Arial"/>
              </a:rPr>
              <a:t>&lt;date/time&gt;</a:t>
            </a:r>
          </a:p>
        </p:txBody>
      </p:sp>
      <p:sp>
        <p:nvSpPr>
          <p:cNvPr id="18" name="PlaceHolder 4"/>
          <p:cNvSpPr>
            <a:spLocks noGrp="1"/>
          </p:cNvSpPr>
          <p:nvPr>
            <p:ph type="ftr" idx="8"/>
          </p:nvPr>
        </p:nvSpPr>
        <p:spPr>
          <a:xfrm>
            <a:off x="3447360" y="5165280"/>
            <a:ext cx="3195000" cy="390960"/>
          </a:xfrm>
          <a:prstGeom prst="rect">
            <a:avLst/>
          </a:prstGeom>
          <a:noFill/>
          <a:ln w="0">
            <a:noFill/>
          </a:ln>
        </p:spPr>
        <p:txBody>
          <a:bodyPr lIns="0" tIns="0" rIns="0" bIns="0" anchor="t">
            <a:noAutofit/>
          </a:bodyPr>
          <a:lstStyle>
            <a:lvl1pPr indent="0" algn="ctr">
              <a:buNone/>
              <a:defRPr lang="en-US" sz="1400" b="0" u="none" strike="noStrike">
                <a:solidFill>
                  <a:srgbClr val="000000"/>
                </a:solidFill>
                <a:effectLst/>
                <a:uFillTx/>
                <a:latin typeface="Arial"/>
              </a:defRPr>
            </a:lvl1pPr>
          </a:lstStyle>
          <a:p>
            <a:pPr indent="0" algn="ctr">
              <a:buNone/>
            </a:pPr>
            <a:r>
              <a:rPr lang="en-US" sz="1400" b="0" u="none" strike="noStrike">
                <a:solidFill>
                  <a:srgbClr val="000000"/>
                </a:solidFill>
                <a:effectLst/>
                <a:uFillTx/>
                <a:latin typeface="Arial"/>
              </a:rPr>
              <a:t>&lt;footer&gt;</a:t>
            </a:r>
          </a:p>
        </p:txBody>
      </p:sp>
      <p:sp>
        <p:nvSpPr>
          <p:cNvPr id="19" name="PlaceHolder 5"/>
          <p:cNvSpPr>
            <a:spLocks noGrp="1"/>
          </p:cNvSpPr>
          <p:nvPr>
            <p:ph type="sldNum" idx="9"/>
          </p:nvPr>
        </p:nvSpPr>
        <p:spPr>
          <a:xfrm>
            <a:off x="7227360" y="5165280"/>
            <a:ext cx="2348280" cy="3909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Arial"/>
              </a:defRPr>
            </a:lvl1pPr>
          </a:lstStyle>
          <a:p>
            <a:pPr indent="0" algn="r">
              <a:buNone/>
            </a:pPr>
            <a:fld id="{1373F045-614D-4763-9DA5-EFC179478D8F}" type="slidenum">
              <a:rPr lang="en-US" sz="1400" b="0" u="none" strike="noStrike">
                <a:solidFill>
                  <a:srgbClr val="000000"/>
                </a:solidFill>
                <a:effectLst/>
                <a:uFillTx/>
                <a:latin typeface="Arial"/>
              </a:rPr>
              <a:t>‹#›</a:t>
            </a:fld>
            <a:endParaRPr lang="en-US" sz="1400" b="0" u="none" strike="noStrike">
              <a:solidFill>
                <a:srgbClr val="000000"/>
              </a:solidFill>
              <a:effectLst/>
              <a:uFillTx/>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PlaceHolder 1"/>
          <p:cNvSpPr>
            <a:spLocks noGrp="1"/>
          </p:cNvSpPr>
          <p:nvPr>
            <p:ph type="title"/>
          </p:nvPr>
        </p:nvSpPr>
        <p:spPr>
          <a:xfrm>
            <a:off x="504000" y="810000"/>
            <a:ext cx="9072000" cy="1296000"/>
          </a:xfrm>
          <a:prstGeom prst="rect">
            <a:avLst/>
          </a:prstGeom>
          <a:noFill/>
          <a:ln w="0">
            <a:noFill/>
          </a:ln>
        </p:spPr>
        <p:txBody>
          <a:bodyPr lIns="0" tIns="0" rIns="0" bIns="0" anchor="ctr">
            <a:spAutoFit/>
          </a:bodyPr>
          <a:lstStyle/>
          <a:p>
            <a:pPr indent="0" algn="ctr">
              <a:buNone/>
            </a:pPr>
            <a:r>
              <a:rPr lang="en-US" sz="4400" b="0" u="none" strike="noStrike">
                <a:solidFill>
                  <a:srgbClr val="FFFFFF"/>
                </a:solidFill>
                <a:effectLst/>
                <a:uFillTx/>
                <a:latin typeface="Arial"/>
              </a:rPr>
              <a:t>Will I Stay or Will I Go Now?</a:t>
            </a:r>
            <a:br>
              <a:rPr sz="4400"/>
            </a:br>
            <a:r>
              <a:rPr lang="en-US" sz="4400" b="0" u="none" strike="noStrike">
                <a:solidFill>
                  <a:srgbClr val="FFFFFF"/>
                </a:solidFill>
                <a:effectLst/>
                <a:uFillTx/>
                <a:latin typeface="Arial"/>
              </a:rPr>
              <a:t>A report on Attrition</a:t>
            </a:r>
          </a:p>
        </p:txBody>
      </p:sp>
      <p:sp>
        <p:nvSpPr>
          <p:cNvPr id="21" name="PlaceHolder 2"/>
          <p:cNvSpPr>
            <a:spLocks noGrp="1"/>
          </p:cNvSpPr>
          <p:nvPr>
            <p:ph type="subTitle"/>
          </p:nvPr>
        </p:nvSpPr>
        <p:spPr>
          <a:xfrm>
            <a:off x="504000" y="2376000"/>
            <a:ext cx="9072000" cy="2754000"/>
          </a:xfrm>
          <a:prstGeom prst="rect">
            <a:avLst/>
          </a:prstGeom>
          <a:noFill/>
          <a:ln w="0">
            <a:noFill/>
          </a:ln>
        </p:spPr>
        <p:txBody>
          <a:bodyPr lIns="0" tIns="0" rIns="0" bIns="0" anchor="ctr">
            <a:spAutoFit/>
          </a:bodyPr>
          <a:lstStyle/>
          <a:p>
            <a:pPr indent="0" algn="ctr">
              <a:buNone/>
            </a:pPr>
            <a:r>
              <a:rPr lang="en-US" sz="3200" b="0" u="none" strike="noStrike">
                <a:solidFill>
                  <a:srgbClr val="FFFFFF"/>
                </a:solidFill>
                <a:effectLst/>
                <a:uFillTx/>
                <a:latin typeface="Arial"/>
              </a:rPr>
              <a:t>By: </a:t>
            </a:r>
          </a:p>
          <a:p>
            <a:pPr indent="0" algn="ctr">
              <a:buNone/>
            </a:pPr>
            <a:r>
              <a:rPr lang="en-US" sz="3200" b="0" u="none" strike="noStrike">
                <a:solidFill>
                  <a:srgbClr val="FFFFFF"/>
                </a:solidFill>
                <a:effectLst/>
                <a:uFillTx/>
                <a:latin typeface="Arial"/>
              </a:rPr>
              <a:t>Stacy Bowler</a:t>
            </a:r>
          </a:p>
          <a:p>
            <a:pPr indent="0" algn="ctr">
              <a:buNone/>
            </a:pPr>
            <a:r>
              <a:rPr lang="en-US" sz="3200" b="0" u="none" strike="noStrike">
                <a:solidFill>
                  <a:srgbClr val="FFFFFF"/>
                </a:solidFill>
                <a:effectLst/>
                <a:uFillTx/>
                <a:latin typeface="Arial"/>
              </a:rPr>
              <a:t>and</a:t>
            </a:r>
          </a:p>
          <a:p>
            <a:pPr indent="0" algn="ctr">
              <a:buNone/>
            </a:pPr>
            <a:r>
              <a:rPr lang="en-US" sz="3200" b="0" u="none" strike="noStrike">
                <a:solidFill>
                  <a:srgbClr val="FFFFFF"/>
                </a:solidFill>
                <a:effectLst/>
                <a:uFillTx/>
                <a:latin typeface="Arial"/>
              </a:rPr>
              <a:t>Derrik Miller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PlaceHolder 1"/>
          <p:cNvSpPr>
            <a:spLocks noGrp="1"/>
          </p:cNvSpPr>
          <p:nvPr>
            <p:ph type="title"/>
          </p:nvPr>
        </p:nvSpPr>
        <p:spPr>
          <a:xfrm>
            <a:off x="504000" y="225720"/>
            <a:ext cx="9072000" cy="946800"/>
          </a:xfrm>
          <a:prstGeom prst="rect">
            <a:avLst/>
          </a:prstGeom>
          <a:noFill/>
          <a:ln w="0">
            <a:noFill/>
          </a:ln>
        </p:spPr>
        <p:txBody>
          <a:bodyPr lIns="0" tIns="0" rIns="0" bIns="0" anchor="ctr">
            <a:spAutoFit/>
          </a:bodyPr>
          <a:lstStyle/>
          <a:p>
            <a:pPr indent="0" algn="ctr">
              <a:buNone/>
            </a:pPr>
            <a:r>
              <a:rPr lang="en-US" sz="3300" b="0" u="none" strike="noStrike">
                <a:solidFill>
                  <a:srgbClr val="000000"/>
                </a:solidFill>
                <a:effectLst/>
                <a:uFillTx/>
                <a:latin typeface="Arial"/>
              </a:rPr>
              <a:t>Business Problem</a:t>
            </a:r>
          </a:p>
        </p:txBody>
      </p:sp>
      <p:sp>
        <p:nvSpPr>
          <p:cNvPr id="23" name="PlaceHolder 2"/>
          <p:cNvSpPr>
            <a:spLocks noGrp="1"/>
          </p:cNvSpPr>
          <p:nvPr>
            <p:ph/>
          </p:nvPr>
        </p:nvSpPr>
        <p:spPr>
          <a:xfrm>
            <a:off x="504000" y="1371600"/>
            <a:ext cx="9072000" cy="3288240"/>
          </a:xfrm>
          <a:prstGeom prst="rect">
            <a:avLst/>
          </a:prstGeom>
          <a:noFill/>
          <a:ln w="0">
            <a:noFill/>
          </a:ln>
        </p:spPr>
        <p:txBody>
          <a:bodyPr lIns="0" tIns="0" rIns="0" bIns="0" anchor="t">
            <a:normAutofit/>
          </a:bodyPr>
          <a:lstStyle/>
          <a:p>
            <a:pPr marL="432000" indent="-324000" algn="l">
              <a:spcBef>
                <a:spcPts val="1191"/>
              </a:spcBef>
              <a:spcAft>
                <a:spcPts val="992"/>
              </a:spcAft>
              <a:buClr>
                <a:srgbClr val="000000"/>
              </a:buClr>
              <a:buSzPct val="45000"/>
              <a:buFont typeface="Wingdings" charset="2"/>
              <a:buChar char=""/>
            </a:pPr>
            <a:r>
              <a:rPr lang="en-US" sz="1500" b="0" u="none" strike="noStrike">
                <a:solidFill>
                  <a:srgbClr val="000000"/>
                </a:solidFill>
                <a:effectLst/>
                <a:uFillTx/>
                <a:latin typeface="Arial"/>
              </a:rPr>
              <a:t>How much financial value does using this predictive model create compared with not using one?</a:t>
            </a:r>
          </a:p>
          <a:p>
            <a:pPr marL="432000" indent="-324000" algn="l">
              <a:spcBef>
                <a:spcPts val="1191"/>
              </a:spcBef>
              <a:spcAft>
                <a:spcPts val="992"/>
              </a:spcAft>
              <a:buClr>
                <a:srgbClr val="000000"/>
              </a:buClr>
              <a:buSzPct val="45000"/>
              <a:buFont typeface="Wingdings" charset="2"/>
              <a:buChar char=""/>
            </a:pPr>
            <a:r>
              <a:rPr lang="en-US" sz="1500" b="0" u="none" strike="noStrike">
                <a:solidFill>
                  <a:srgbClr val="000000"/>
                </a:solidFill>
                <a:effectLst/>
                <a:uFillTx/>
                <a:latin typeface="Arial"/>
              </a:rPr>
              <a:t>The primary objective is to accurately determine which employees are likely to quit before they do.</a:t>
            </a:r>
          </a:p>
        </p:txBody>
      </p:sp>
      <p:sp>
        <p:nvSpPr>
          <p:cNvPr id="24" name="TextBox 23"/>
          <p:cNvSpPr txBox="1"/>
          <p:nvPr/>
        </p:nvSpPr>
        <p:spPr>
          <a:xfrm>
            <a:off x="2273400" y="2721240"/>
            <a:ext cx="5559480" cy="231840"/>
          </a:xfrm>
          <a:prstGeom prst="rect">
            <a:avLst/>
          </a:prstGeom>
          <a:noFill/>
          <a:ln w="18000">
            <a:noFill/>
          </a:ln>
        </p:spPr>
        <p:txBody>
          <a:bodyPr lIns="90000" tIns="45000" rIns="90000" bIns="45000" anchor="t">
            <a:noAutofit/>
          </a:bodyPr>
          <a:lstStyle/>
          <a:p>
            <a:pPr algn="ctr">
              <a:spcBef>
                <a:spcPts val="1191"/>
              </a:spcBef>
              <a:spcAft>
                <a:spcPts val="992"/>
              </a:spcAft>
            </a:pPr>
            <a:r>
              <a:rPr lang="en-US" sz="1000" b="0" u="none" strike="noStrike">
                <a:solidFill>
                  <a:srgbClr val="FFFFFF"/>
                </a:solidFill>
                <a:effectLst/>
                <a:uFillTx/>
                <a:latin typeface="Arial"/>
              </a:rPr>
              <a:t>How much financial value does using this predictive model create compared with not using one?</a:t>
            </a:r>
          </a:p>
        </p:txBody>
      </p:sp>
      <p:sp>
        <p:nvSpPr>
          <p:cNvPr id="25" name="TextBox 24"/>
          <p:cNvSpPr txBox="1"/>
          <p:nvPr/>
        </p:nvSpPr>
        <p:spPr>
          <a:xfrm>
            <a:off x="2273760" y="2721240"/>
            <a:ext cx="5559480" cy="231840"/>
          </a:xfrm>
          <a:prstGeom prst="rect">
            <a:avLst/>
          </a:prstGeom>
          <a:noFill/>
          <a:ln w="18000">
            <a:noFill/>
          </a:ln>
        </p:spPr>
        <p:txBody>
          <a:bodyPr lIns="90000" tIns="45000" rIns="90000" bIns="45000" anchor="t">
            <a:noAutofit/>
          </a:bodyPr>
          <a:lstStyle/>
          <a:p>
            <a:pPr algn="ctr">
              <a:spcBef>
                <a:spcPts val="1191"/>
              </a:spcBef>
              <a:spcAft>
                <a:spcPts val="992"/>
              </a:spcAft>
            </a:pPr>
            <a:r>
              <a:rPr lang="en-US" sz="1000" b="0" u="none" strike="noStrike">
                <a:solidFill>
                  <a:srgbClr val="FFFFFF"/>
                </a:solidFill>
                <a:effectLst/>
                <a:uFillTx/>
                <a:latin typeface="Arial"/>
              </a:rPr>
              <a:t>How much financial value does using this predictive model create compared with not using one?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PlaceHolder 1"/>
          <p:cNvSpPr>
            <a:spLocks noGrp="1"/>
          </p:cNvSpPr>
          <p:nvPr>
            <p:ph type="title"/>
          </p:nvPr>
        </p:nvSpPr>
        <p:spPr>
          <a:xfrm>
            <a:off x="504000" y="225720"/>
            <a:ext cx="9072000" cy="946800"/>
          </a:xfrm>
          <a:prstGeom prst="rect">
            <a:avLst/>
          </a:prstGeom>
          <a:noFill/>
          <a:ln w="0">
            <a:noFill/>
          </a:ln>
        </p:spPr>
        <p:txBody>
          <a:bodyPr lIns="0" tIns="0" rIns="0" bIns="0" anchor="ctr">
            <a:spAutoFit/>
          </a:bodyPr>
          <a:lstStyle/>
          <a:p>
            <a:pPr indent="0" algn="ctr">
              <a:buNone/>
            </a:pPr>
            <a:r>
              <a:rPr lang="en-US" sz="3300" b="0" u="none" strike="noStrike">
                <a:solidFill>
                  <a:srgbClr val="000000"/>
                </a:solidFill>
                <a:effectLst/>
                <a:uFillTx/>
                <a:latin typeface="Arial"/>
              </a:rPr>
              <a:t>Executive Summary</a:t>
            </a:r>
          </a:p>
        </p:txBody>
      </p:sp>
      <p:sp>
        <p:nvSpPr>
          <p:cNvPr id="27" name="PlaceHolder 2"/>
          <p:cNvSpPr>
            <a:spLocks noGrp="1"/>
          </p:cNvSpPr>
          <p:nvPr>
            <p:ph/>
          </p:nvPr>
        </p:nvSpPr>
        <p:spPr>
          <a:xfrm>
            <a:off x="504000" y="1326600"/>
            <a:ext cx="9072000" cy="3931200"/>
          </a:xfrm>
          <a:prstGeom prst="rect">
            <a:avLst/>
          </a:prstGeom>
          <a:noFill/>
          <a:ln w="0">
            <a:noFill/>
          </a:ln>
        </p:spPr>
        <p:txBody>
          <a:bodyPr lIns="0" tIns="0" rIns="0" bIns="0" anchor="t">
            <a:normAutofit lnSpcReduction="9999"/>
          </a:bodyPr>
          <a:lstStyle/>
          <a:p>
            <a:pPr indent="0" algn="l">
              <a:spcBef>
                <a:spcPts val="1060"/>
              </a:spcBef>
              <a:buNone/>
            </a:pPr>
            <a:endParaRPr lang="en-US" sz="2400" b="0" u="none" strike="noStrike">
              <a:solidFill>
                <a:srgbClr val="000000"/>
              </a:solidFill>
              <a:effectLst/>
              <a:uFillTx/>
              <a:latin typeface="Arial"/>
            </a:endParaRPr>
          </a:p>
          <a:p>
            <a:pPr indent="0" algn="l">
              <a:spcBef>
                <a:spcPts val="1060"/>
              </a:spcBef>
              <a:buNone/>
            </a:pPr>
            <a:endParaRPr lang="en-US" sz="2400" b="0" u="none" strike="noStrike">
              <a:solidFill>
                <a:srgbClr val="000000"/>
              </a:solidFill>
              <a:effectLst/>
              <a:uFillTx/>
              <a:latin typeface="Arial"/>
            </a:endParaRPr>
          </a:p>
          <a:p>
            <a:pPr indent="0" algn="l">
              <a:spcBef>
                <a:spcPts val="1060"/>
              </a:spcBef>
              <a:buNone/>
            </a:pPr>
            <a:endParaRPr lang="en-US" sz="2400" b="0" u="none" strike="noStrike">
              <a:solidFill>
                <a:srgbClr val="000000"/>
              </a:solidFill>
              <a:effectLst/>
              <a:uFillTx/>
              <a:latin typeface="Arial"/>
            </a:endParaRPr>
          </a:p>
          <a:p>
            <a:pPr indent="0" algn="l">
              <a:spcBef>
                <a:spcPts val="1060"/>
              </a:spcBef>
              <a:buNone/>
            </a:pPr>
            <a:endParaRPr lang="en-US" sz="2400" b="0" u="none" strike="noStrike">
              <a:solidFill>
                <a:srgbClr val="000000"/>
              </a:solidFill>
              <a:effectLst/>
              <a:uFillTx/>
              <a:latin typeface="Arial"/>
            </a:endParaRPr>
          </a:p>
          <a:p>
            <a:pPr marL="432000" indent="-324000" algn="l">
              <a:spcBef>
                <a:spcPts val="1191"/>
              </a:spcBef>
              <a:spcAft>
                <a:spcPts val="992"/>
              </a:spcAft>
              <a:buClr>
                <a:srgbClr val="000000"/>
              </a:buClr>
              <a:buSzPct val="45000"/>
              <a:buFont typeface="Wingdings" charset="2"/>
              <a:buChar char=""/>
            </a:pPr>
            <a:r>
              <a:rPr lang="en-US" sz="1400" b="0" u="none" strike="noStrike">
                <a:solidFill>
                  <a:srgbClr val="000000"/>
                </a:solidFill>
                <a:effectLst/>
                <a:uFillTx/>
                <a:latin typeface="Arial"/>
              </a:rPr>
              <a:t>The utility function reflects the incremental financial impact of acting on the model's recommendations. A true positive represents the expected net savings from successfully retaining an employee, while a false positive represents the cost of an unnecessary retention intervention. False negatives and true negatives are assigned zero utility because they represent the baseline outcome in which no intervention occurs.</a:t>
            </a:r>
          </a:p>
          <a:p>
            <a:pPr marL="432000" indent="-324000" algn="l">
              <a:spcBef>
                <a:spcPts val="1191"/>
              </a:spcBef>
              <a:spcAft>
                <a:spcPts val="992"/>
              </a:spcAft>
              <a:buClr>
                <a:srgbClr val="000000"/>
              </a:buClr>
              <a:buSzPct val="45000"/>
              <a:buFont typeface="Wingdings" charset="2"/>
              <a:buChar char=""/>
            </a:pPr>
            <a:r>
              <a:rPr lang="en-US" sz="1400" b="0" u="none" strike="noStrike">
                <a:solidFill>
                  <a:srgbClr val="000000"/>
                </a:solidFill>
                <a:effectLst/>
                <a:uFillTx/>
                <a:latin typeface="Arial"/>
              </a:rPr>
              <a:t>It is based on our assumptions:</a:t>
            </a:r>
          </a:p>
          <a:p>
            <a:pPr marL="864000" lvl="1" indent="-324000" algn="l">
              <a:spcBef>
                <a:spcPts val="850"/>
              </a:spcBef>
              <a:buClr>
                <a:srgbClr val="000000"/>
              </a:buClr>
              <a:buSzPct val="75000"/>
              <a:buFont typeface="Symbol" charset="2"/>
              <a:buChar char=""/>
            </a:pPr>
            <a:r>
              <a:rPr lang="en-US" sz="1400" b="0" u="none" strike="noStrike">
                <a:solidFill>
                  <a:srgbClr val="000000"/>
                </a:solidFill>
                <a:effectLst/>
                <a:uFillTx/>
                <a:latin typeface="Arial"/>
              </a:rPr>
              <a:t>Cost of employee turnover: $40,000</a:t>
            </a:r>
          </a:p>
          <a:p>
            <a:pPr marL="864000" lvl="1" indent="-324000" algn="l">
              <a:spcBef>
                <a:spcPts val="850"/>
              </a:spcBef>
              <a:buClr>
                <a:srgbClr val="000000"/>
              </a:buClr>
              <a:buSzPct val="75000"/>
              <a:buFont typeface="Symbol" charset="2"/>
              <a:buChar char=""/>
            </a:pPr>
            <a:r>
              <a:rPr lang="en-US" sz="1400" b="0" u="none" strike="noStrike">
                <a:solidFill>
                  <a:srgbClr val="000000"/>
                </a:solidFill>
                <a:effectLst/>
                <a:uFillTx/>
                <a:latin typeface="Arial"/>
              </a:rPr>
              <a:t>Cost of retention intervention: $8,000</a:t>
            </a:r>
          </a:p>
          <a:p>
            <a:pPr marL="864000" lvl="1" indent="-324000" algn="l">
              <a:spcBef>
                <a:spcPts val="850"/>
              </a:spcBef>
              <a:buClr>
                <a:srgbClr val="000000"/>
              </a:buClr>
              <a:buSzPct val="75000"/>
              <a:buFont typeface="Symbol" charset="2"/>
              <a:buChar char=""/>
            </a:pPr>
            <a:r>
              <a:rPr lang="en-US" sz="1400" b="0" u="none" strike="noStrike">
                <a:solidFill>
                  <a:srgbClr val="000000"/>
                </a:solidFill>
                <a:effectLst/>
                <a:uFillTx/>
                <a:latin typeface="Arial"/>
              </a:rPr>
              <a:t>Retention intervention success rate: 60%</a:t>
            </a:r>
          </a:p>
        </p:txBody>
      </p:sp>
      <p:pic>
        <p:nvPicPr>
          <p:cNvPr id="28" name="Picture 27"/>
          <p:cNvPicPr/>
          <p:nvPr/>
        </p:nvPicPr>
        <p:blipFill>
          <a:blip r:embed="rId2"/>
          <a:stretch/>
        </p:blipFill>
        <p:spPr>
          <a:xfrm>
            <a:off x="1143000" y="1410120"/>
            <a:ext cx="7600680" cy="1104480"/>
          </a:xfrm>
          <a:prstGeom prst="rect">
            <a:avLst/>
          </a:prstGeom>
          <a:noFill/>
          <a:ln w="18000">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PlaceHolder 1"/>
          <p:cNvSpPr>
            <a:spLocks noGrp="1"/>
          </p:cNvSpPr>
          <p:nvPr>
            <p:ph type="title"/>
          </p:nvPr>
        </p:nvSpPr>
        <p:spPr>
          <a:xfrm>
            <a:off x="504000" y="225720"/>
            <a:ext cx="9072000" cy="946800"/>
          </a:xfrm>
          <a:prstGeom prst="rect">
            <a:avLst/>
          </a:prstGeom>
          <a:noFill/>
          <a:ln w="0">
            <a:noFill/>
          </a:ln>
        </p:spPr>
        <p:txBody>
          <a:bodyPr lIns="0" tIns="0" rIns="0" bIns="0" anchor="ctr">
            <a:spAutoFit/>
          </a:bodyPr>
          <a:lstStyle/>
          <a:p>
            <a:pPr indent="0" algn="ctr">
              <a:buNone/>
            </a:pPr>
            <a:r>
              <a:rPr lang="en-US" sz="3300" b="0" u="none" strike="noStrike">
                <a:solidFill>
                  <a:srgbClr val="000000"/>
                </a:solidFill>
                <a:effectLst/>
                <a:uFillTx/>
                <a:latin typeface="Arial"/>
              </a:rPr>
              <a:t>Data Summary</a:t>
            </a:r>
          </a:p>
        </p:txBody>
      </p:sp>
      <p:sp>
        <p:nvSpPr>
          <p:cNvPr id="30" name="PlaceHolder 2"/>
          <p:cNvSpPr>
            <a:spLocks noGrp="1"/>
          </p:cNvSpPr>
          <p:nvPr>
            <p:ph/>
          </p:nvPr>
        </p:nvSpPr>
        <p:spPr>
          <a:xfrm>
            <a:off x="529200" y="1326600"/>
            <a:ext cx="9072000" cy="3288240"/>
          </a:xfrm>
          <a:prstGeom prst="rect">
            <a:avLst/>
          </a:prstGeom>
          <a:noFill/>
          <a:ln w="0">
            <a:noFill/>
          </a:ln>
        </p:spPr>
        <p:txBody>
          <a:bodyPr lIns="0" tIns="0" rIns="0" bIns="0" anchor="t">
            <a:normAutofit/>
          </a:bodyPr>
          <a:lstStyle/>
          <a:p>
            <a:pPr marL="432000" indent="-324000" algn="l">
              <a:spcBef>
                <a:spcPts val="1060"/>
              </a:spcBef>
              <a:buClr>
                <a:srgbClr val="000000"/>
              </a:buClr>
              <a:buSzPct val="45000"/>
              <a:buFont typeface="Wingdings" charset="2"/>
              <a:buChar char=""/>
            </a:pPr>
            <a:r>
              <a:rPr lang="en-US" sz="2400" b="0" u="none" strike="noStrike">
                <a:solidFill>
                  <a:srgbClr val="000000"/>
                </a:solidFill>
                <a:effectLst/>
                <a:uFillTx/>
                <a:latin typeface="Arial"/>
              </a:rPr>
              <a:t>Data source: kaggle.com</a:t>
            </a:r>
          </a:p>
          <a:p>
            <a:pPr marL="864000" lvl="1" indent="-324000" algn="l">
              <a:spcBef>
                <a:spcPts val="850"/>
              </a:spcBef>
              <a:buClr>
                <a:srgbClr val="000000"/>
              </a:buClr>
              <a:buSzPct val="75000"/>
              <a:buFont typeface="Symbol" charset="2"/>
              <a:buChar char=""/>
            </a:pPr>
            <a:r>
              <a:rPr lang="en-US" sz="2100" b="0" u="none" strike="noStrike">
                <a:solidFill>
                  <a:srgbClr val="000000"/>
                </a:solidFill>
                <a:effectLst/>
                <a:uFillTx/>
                <a:latin typeface="Arial"/>
              </a:rPr>
              <a:t>The data appears to be a fictional dataset created by IBM data scientists.</a:t>
            </a:r>
          </a:p>
          <a:p>
            <a:pPr marL="864000" lvl="1" indent="-324000" algn="l">
              <a:spcBef>
                <a:spcPts val="850"/>
              </a:spcBef>
              <a:buClr>
                <a:srgbClr val="000000"/>
              </a:buClr>
              <a:buSzPct val="75000"/>
              <a:buFont typeface="Symbol" charset="2"/>
              <a:buChar char=""/>
            </a:pPr>
            <a:r>
              <a:rPr lang="en-US" sz="2100" b="0" u="none" strike="noStrike">
                <a:solidFill>
                  <a:srgbClr val="000000"/>
                </a:solidFill>
                <a:effectLst/>
                <a:uFillTx/>
                <a:latin typeface="Arial"/>
              </a:rPr>
              <a:t>The dataset contains 1470 rows of data.</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PlaceHolder 1"/>
          <p:cNvSpPr>
            <a:spLocks noGrp="1"/>
          </p:cNvSpPr>
          <p:nvPr>
            <p:ph type="title"/>
          </p:nvPr>
        </p:nvSpPr>
        <p:spPr>
          <a:xfrm>
            <a:off x="504000" y="225720"/>
            <a:ext cx="9072000" cy="946800"/>
          </a:xfrm>
          <a:prstGeom prst="rect">
            <a:avLst/>
          </a:prstGeom>
          <a:noFill/>
          <a:ln w="0">
            <a:noFill/>
          </a:ln>
        </p:spPr>
        <p:txBody>
          <a:bodyPr lIns="0" tIns="0" rIns="0" bIns="0" anchor="ctr">
            <a:spAutoFit/>
          </a:bodyPr>
          <a:lstStyle/>
          <a:p>
            <a:pPr indent="0" algn="ctr">
              <a:buNone/>
            </a:pPr>
            <a:r>
              <a:rPr lang="en-US" sz="3300" b="0" u="none" strike="noStrike">
                <a:solidFill>
                  <a:srgbClr val="000000"/>
                </a:solidFill>
                <a:effectLst/>
                <a:uFillTx/>
                <a:latin typeface="Arial"/>
              </a:rPr>
              <a:t>Data Preparation</a:t>
            </a:r>
          </a:p>
        </p:txBody>
      </p:sp>
      <p:sp>
        <p:nvSpPr>
          <p:cNvPr id="32" name="PlaceHolder 2"/>
          <p:cNvSpPr>
            <a:spLocks noGrp="1"/>
          </p:cNvSpPr>
          <p:nvPr>
            <p:ph/>
          </p:nvPr>
        </p:nvSpPr>
        <p:spPr>
          <a:xfrm>
            <a:off x="504000" y="1326600"/>
            <a:ext cx="9072000" cy="3288240"/>
          </a:xfrm>
          <a:prstGeom prst="rect">
            <a:avLst/>
          </a:prstGeom>
          <a:noFill/>
          <a:ln w="0">
            <a:noFill/>
          </a:ln>
        </p:spPr>
        <p:txBody>
          <a:bodyPr lIns="0" tIns="0" rIns="0" bIns="0" anchor="t">
            <a:normAutofit/>
          </a:bodyPr>
          <a:lstStyle/>
          <a:p>
            <a:pPr marL="432000" indent="-324000" algn="l">
              <a:spcBef>
                <a:spcPts val="1060"/>
              </a:spcBef>
              <a:buClr>
                <a:srgbClr val="000000"/>
              </a:buClr>
              <a:buSzPct val="45000"/>
              <a:buFont typeface="Wingdings" charset="2"/>
              <a:buChar char=""/>
            </a:pPr>
            <a:r>
              <a:rPr lang="en-US" sz="2400" b="0" u="none" strike="noStrike" dirty="0">
                <a:solidFill>
                  <a:srgbClr val="000000"/>
                </a:solidFill>
                <a:effectLst/>
                <a:uFillTx/>
                <a:latin typeface="Arial"/>
              </a:rPr>
              <a:t>The dataset contains 35 different points and required little cleaning.</a:t>
            </a:r>
          </a:p>
          <a:p>
            <a:pPr marL="864000" lvl="1" indent="-324000" algn="l">
              <a:spcBef>
                <a:spcPts val="850"/>
              </a:spcBef>
              <a:buClr>
                <a:srgbClr val="000000"/>
              </a:buClr>
              <a:buSzPct val="75000"/>
              <a:buFont typeface="Symbol" charset="2"/>
              <a:buChar char=""/>
            </a:pPr>
            <a:r>
              <a:rPr lang="en-US" sz="2100" b="0" u="none" strike="noStrike" dirty="0">
                <a:solidFill>
                  <a:srgbClr val="000000"/>
                </a:solidFill>
                <a:effectLst/>
                <a:uFillTx/>
                <a:latin typeface="Arial"/>
              </a:rPr>
              <a:t>For this project, we converted ‘Attrition’ to a binary outcome where Yes = 1</a:t>
            </a:r>
            <a:r>
              <a:rPr lang="en-US" sz="2100" dirty="0">
                <a:solidFill>
                  <a:srgbClr val="000000"/>
                </a:solidFill>
                <a:latin typeface="Arial"/>
              </a:rPr>
              <a:t> - meaning the employee left the company</a:t>
            </a:r>
          </a:p>
          <a:p>
            <a:pPr marL="864000" lvl="3" indent="-324000" algn="l">
              <a:spcBef>
                <a:spcPts val="850"/>
              </a:spcBef>
              <a:buClr>
                <a:srgbClr val="000000"/>
              </a:buClr>
              <a:buSzPct val="75000"/>
              <a:buFont typeface="Symbol" charset="2"/>
              <a:buChar char=""/>
            </a:pPr>
            <a:r>
              <a:rPr lang="en-US" sz="2100" b="0" u="none" strike="noStrike" dirty="0">
                <a:solidFill>
                  <a:srgbClr val="000000"/>
                </a:solidFill>
                <a:effectLst/>
                <a:uFillTx/>
                <a:latin typeface="Arial"/>
              </a:rPr>
              <a:t>Removed from data </a:t>
            </a:r>
          </a:p>
          <a:p>
            <a:pPr marL="864000" lvl="8" indent="-324000" algn="l">
              <a:spcBef>
                <a:spcPts val="850"/>
              </a:spcBef>
              <a:buClr>
                <a:srgbClr val="000000"/>
              </a:buClr>
              <a:buSzPct val="75000"/>
              <a:buFont typeface="Symbol" charset="2"/>
              <a:buChar char=""/>
            </a:pPr>
            <a:r>
              <a:rPr lang="en-US" sz="2400" dirty="0"/>
              <a:t>'Attrition’, 'Department', '</a:t>
            </a:r>
            <a:r>
              <a:rPr lang="en-US" sz="2400" dirty="0" err="1"/>
              <a:t>EmployeeNumber</a:t>
            </a:r>
            <a:r>
              <a:rPr lang="en-US" sz="2400" dirty="0"/>
              <a:t>', '</a:t>
            </a:r>
            <a:r>
              <a:rPr lang="en-US" sz="2400" dirty="0" err="1"/>
              <a:t>DailyRate</a:t>
            </a:r>
            <a:r>
              <a:rPr lang="en-US" sz="2400" dirty="0"/>
              <a:t>', '</a:t>
            </a:r>
            <a:r>
              <a:rPr lang="en-US" sz="2400" dirty="0" err="1"/>
              <a:t>MonthlyIncome</a:t>
            </a:r>
            <a:r>
              <a:rPr lang="en-US" sz="2400" dirty="0"/>
              <a:t>', '</a:t>
            </a:r>
            <a:r>
              <a:rPr lang="en-US" sz="2400" dirty="0" err="1"/>
              <a:t>EmployeeCount</a:t>
            </a:r>
            <a:r>
              <a:rPr lang="en-US" sz="2400" dirty="0"/>
              <a:t>', 'Over18', '</a:t>
            </a:r>
            <a:r>
              <a:rPr lang="en-US" sz="2400" dirty="0" err="1"/>
              <a:t>PerformanceRating</a:t>
            </a:r>
            <a:r>
              <a:rPr lang="en-US" sz="2400" dirty="0"/>
              <a:t>', '</a:t>
            </a:r>
            <a:r>
              <a:rPr lang="en-US" sz="2400" dirty="0" err="1"/>
              <a:t>StandardHours</a:t>
            </a:r>
            <a:r>
              <a:rPr lang="en-US" sz="2400" dirty="0"/>
              <a:t>'</a:t>
            </a:r>
          </a:p>
          <a:p>
            <a:pPr marL="864000" lvl="1" indent="-324000" algn="l">
              <a:spcBef>
                <a:spcPts val="850"/>
              </a:spcBef>
              <a:buClr>
                <a:srgbClr val="000000"/>
              </a:buClr>
              <a:buSzPct val="75000"/>
              <a:buFont typeface="Symbol" charset="2"/>
              <a:buChar char=""/>
            </a:pPr>
            <a:endParaRPr lang="en-US" sz="2100" b="0" u="none" strike="noStrike" dirty="0">
              <a:solidFill>
                <a:srgbClr val="000000"/>
              </a:solidFill>
              <a:effectLst/>
              <a:uFillTx/>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PlaceHolder 1"/>
          <p:cNvSpPr>
            <a:spLocks noGrp="1"/>
          </p:cNvSpPr>
          <p:nvPr>
            <p:ph type="title"/>
          </p:nvPr>
        </p:nvSpPr>
        <p:spPr>
          <a:xfrm>
            <a:off x="504000" y="225720"/>
            <a:ext cx="9072000" cy="946800"/>
          </a:xfrm>
          <a:prstGeom prst="rect">
            <a:avLst/>
          </a:prstGeom>
          <a:noFill/>
          <a:ln w="0">
            <a:noFill/>
          </a:ln>
        </p:spPr>
        <p:txBody>
          <a:bodyPr lIns="0" tIns="0" rIns="0" bIns="0" anchor="ctr">
            <a:spAutoFit/>
          </a:bodyPr>
          <a:lstStyle/>
          <a:p>
            <a:pPr indent="0" algn="ctr">
              <a:buNone/>
            </a:pPr>
            <a:r>
              <a:rPr lang="en-US" sz="3300" b="0" u="none" strike="noStrike">
                <a:solidFill>
                  <a:srgbClr val="000000"/>
                </a:solidFill>
                <a:effectLst/>
                <a:uFillTx/>
                <a:latin typeface="Arial"/>
              </a:rPr>
              <a:t>Overtime vs Attrition</a:t>
            </a:r>
          </a:p>
        </p:txBody>
      </p:sp>
      <p:sp>
        <p:nvSpPr>
          <p:cNvPr id="34" name="PlaceHolder 2"/>
          <p:cNvSpPr>
            <a:spLocks noGrp="1"/>
          </p:cNvSpPr>
          <p:nvPr>
            <p:ph/>
          </p:nvPr>
        </p:nvSpPr>
        <p:spPr>
          <a:xfrm>
            <a:off x="504000" y="1346760"/>
            <a:ext cx="4525200" cy="3268080"/>
          </a:xfrm>
          <a:prstGeom prst="rect">
            <a:avLst/>
          </a:prstGeom>
          <a:noFill/>
          <a:ln w="0">
            <a:noFill/>
          </a:ln>
        </p:spPr>
        <p:txBody>
          <a:bodyPr lIns="0" tIns="0" rIns="0" bIns="0" anchor="t">
            <a:normAutofit/>
          </a:bodyPr>
          <a:lstStyle/>
          <a:p>
            <a:pPr marL="432000" indent="-324000" algn="l">
              <a:spcBef>
                <a:spcPts val="1060"/>
              </a:spcBef>
              <a:buClr>
                <a:srgbClr val="000000"/>
              </a:buClr>
              <a:buSzPct val="45000"/>
              <a:buFont typeface="Wingdings" charset="2"/>
              <a:buChar char=""/>
            </a:pPr>
            <a:r>
              <a:rPr lang="en-US" sz="2400" b="0" u="none" strike="noStrike">
                <a:solidFill>
                  <a:srgbClr val="000000"/>
                </a:solidFill>
                <a:effectLst/>
                <a:uFillTx/>
                <a:latin typeface="Arial"/>
              </a:rPr>
              <a:t>It appears as though employees who work overtime are more likely to leave.</a:t>
            </a:r>
          </a:p>
        </p:txBody>
      </p:sp>
      <p:pic>
        <p:nvPicPr>
          <p:cNvPr id="35" name="Picture 34"/>
          <p:cNvPicPr/>
          <p:nvPr/>
        </p:nvPicPr>
        <p:blipFill>
          <a:blip r:embed="rId2"/>
          <a:stretch/>
        </p:blipFill>
        <p:spPr>
          <a:xfrm>
            <a:off x="4572000" y="957240"/>
            <a:ext cx="5249520" cy="3657600"/>
          </a:xfrm>
          <a:prstGeom prst="rect">
            <a:avLst/>
          </a:prstGeom>
          <a:noFill/>
          <a:ln w="18000">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PlaceHolder 1"/>
          <p:cNvSpPr>
            <a:spLocks noGrp="1"/>
          </p:cNvSpPr>
          <p:nvPr>
            <p:ph type="title"/>
          </p:nvPr>
        </p:nvSpPr>
        <p:spPr>
          <a:xfrm>
            <a:off x="504000" y="225720"/>
            <a:ext cx="9072000" cy="946800"/>
          </a:xfrm>
          <a:prstGeom prst="rect">
            <a:avLst/>
          </a:prstGeom>
          <a:noFill/>
          <a:ln w="0">
            <a:noFill/>
          </a:ln>
        </p:spPr>
        <p:txBody>
          <a:bodyPr lIns="0" tIns="0" rIns="0" bIns="0" anchor="ctr">
            <a:spAutoFit/>
          </a:bodyPr>
          <a:lstStyle/>
          <a:p>
            <a:pPr indent="0" algn="ctr">
              <a:buNone/>
            </a:pPr>
            <a:r>
              <a:rPr lang="en-US" sz="3300" b="0" u="none" strike="noStrike">
                <a:solidFill>
                  <a:srgbClr val="000000"/>
                </a:solidFill>
                <a:effectLst/>
                <a:uFillTx/>
                <a:latin typeface="Arial"/>
              </a:rPr>
              <a:t>Satisfaction vs Attrition</a:t>
            </a:r>
          </a:p>
        </p:txBody>
      </p:sp>
      <p:sp>
        <p:nvSpPr>
          <p:cNvPr id="37" name="PlaceHolder 2"/>
          <p:cNvSpPr>
            <a:spLocks noGrp="1"/>
          </p:cNvSpPr>
          <p:nvPr>
            <p:ph/>
          </p:nvPr>
        </p:nvSpPr>
        <p:spPr>
          <a:xfrm>
            <a:off x="504000" y="1326600"/>
            <a:ext cx="3382200" cy="3288240"/>
          </a:xfrm>
          <a:prstGeom prst="rect">
            <a:avLst/>
          </a:prstGeom>
          <a:noFill/>
          <a:ln w="0">
            <a:noFill/>
          </a:ln>
        </p:spPr>
        <p:txBody>
          <a:bodyPr lIns="0" tIns="0" rIns="0" bIns="0" anchor="t">
            <a:normAutofit/>
          </a:bodyPr>
          <a:lstStyle/>
          <a:p>
            <a:pPr marL="432000" indent="-324000" algn="l">
              <a:spcBef>
                <a:spcPts val="1060"/>
              </a:spcBef>
              <a:buClr>
                <a:srgbClr val="000000"/>
              </a:buClr>
              <a:buSzPct val="45000"/>
              <a:buFont typeface="Wingdings" charset="2"/>
              <a:buChar char=""/>
            </a:pPr>
            <a:r>
              <a:rPr lang="en-US" sz="2400" b="0" u="none" strike="noStrike">
                <a:solidFill>
                  <a:srgbClr val="000000"/>
                </a:solidFill>
                <a:effectLst/>
                <a:uFillTx/>
                <a:latin typeface="Arial"/>
              </a:rPr>
              <a:t>4 = Very Satisfied, 1 = Not Satisfied.</a:t>
            </a:r>
          </a:p>
          <a:p>
            <a:pPr marL="432000" indent="-324000" algn="l">
              <a:spcBef>
                <a:spcPts val="1060"/>
              </a:spcBef>
              <a:buClr>
                <a:srgbClr val="000000"/>
              </a:buClr>
              <a:buSzPct val="45000"/>
              <a:buFont typeface="Wingdings" charset="2"/>
              <a:buChar char=""/>
            </a:pPr>
            <a:r>
              <a:rPr lang="en-US" sz="2400" b="0" u="none" strike="noStrike">
                <a:solidFill>
                  <a:srgbClr val="000000"/>
                </a:solidFill>
                <a:effectLst/>
                <a:uFillTx/>
                <a:latin typeface="Arial"/>
              </a:rPr>
              <a:t>The more satisfied an employee was, the more likely they would be to stay.</a:t>
            </a:r>
          </a:p>
        </p:txBody>
      </p:sp>
      <p:pic>
        <p:nvPicPr>
          <p:cNvPr id="38" name="Picture 37"/>
          <p:cNvPicPr/>
          <p:nvPr/>
        </p:nvPicPr>
        <p:blipFill>
          <a:blip r:embed="rId2"/>
          <a:stretch/>
        </p:blipFill>
        <p:spPr>
          <a:xfrm>
            <a:off x="3886200" y="939600"/>
            <a:ext cx="6026400" cy="4318200"/>
          </a:xfrm>
          <a:prstGeom prst="rect">
            <a:avLst/>
          </a:prstGeom>
          <a:noFill/>
          <a:ln w="18000">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PlaceHolder 1"/>
          <p:cNvSpPr>
            <a:spLocks noGrp="1"/>
          </p:cNvSpPr>
          <p:nvPr>
            <p:ph type="title"/>
          </p:nvPr>
        </p:nvSpPr>
        <p:spPr>
          <a:xfrm>
            <a:off x="504000" y="225720"/>
            <a:ext cx="9072000" cy="946800"/>
          </a:xfrm>
          <a:prstGeom prst="rect">
            <a:avLst/>
          </a:prstGeom>
          <a:noFill/>
          <a:ln w="0">
            <a:noFill/>
          </a:ln>
        </p:spPr>
        <p:txBody>
          <a:bodyPr lIns="0" tIns="0" rIns="0" bIns="0" anchor="ctr">
            <a:spAutoFit/>
          </a:bodyPr>
          <a:lstStyle/>
          <a:p>
            <a:pPr indent="0" algn="ctr">
              <a:buNone/>
            </a:pPr>
            <a:r>
              <a:rPr lang="en-US" sz="3300" b="0" u="none" strike="noStrike" dirty="0">
                <a:solidFill>
                  <a:srgbClr val="000000"/>
                </a:solidFill>
                <a:effectLst/>
                <a:uFillTx/>
                <a:latin typeface="Arial"/>
              </a:rPr>
              <a:t>Age vs Attrition</a:t>
            </a:r>
          </a:p>
        </p:txBody>
      </p:sp>
      <p:sp>
        <p:nvSpPr>
          <p:cNvPr id="40" name="PlaceHolder 2"/>
          <p:cNvSpPr>
            <a:spLocks noGrp="1"/>
          </p:cNvSpPr>
          <p:nvPr>
            <p:ph/>
          </p:nvPr>
        </p:nvSpPr>
        <p:spPr>
          <a:xfrm>
            <a:off x="504000" y="1326600"/>
            <a:ext cx="4068000" cy="3931200"/>
          </a:xfrm>
          <a:prstGeom prst="rect">
            <a:avLst/>
          </a:prstGeom>
          <a:noFill/>
          <a:ln w="0">
            <a:noFill/>
          </a:ln>
        </p:spPr>
        <p:txBody>
          <a:bodyPr lIns="0" tIns="0" rIns="0" bIns="0" anchor="t">
            <a:normAutofit fontScale="92500" lnSpcReduction="19999"/>
          </a:bodyPr>
          <a:lstStyle/>
          <a:p>
            <a:pPr marL="432000" indent="-324000" algn="l">
              <a:spcBef>
                <a:spcPts val="1060"/>
              </a:spcBef>
              <a:buClr>
                <a:srgbClr val="000000"/>
              </a:buClr>
              <a:buSzPct val="45000"/>
              <a:buFont typeface="Wingdings" charset="2"/>
              <a:buChar char=""/>
            </a:pPr>
            <a:r>
              <a:rPr lang="en-US" sz="2400" b="0" u="none" strike="noStrike" dirty="0">
                <a:solidFill>
                  <a:srgbClr val="000000"/>
                </a:solidFill>
                <a:effectLst/>
                <a:uFillTx/>
                <a:latin typeface="Arial"/>
              </a:rPr>
              <a:t>According to the data, we see that younger employees are more likely to leave, but this starts to level off then reverse around age 45.</a:t>
            </a:r>
          </a:p>
          <a:p>
            <a:pPr marL="864000" lvl="1" indent="-324000" algn="l">
              <a:spcBef>
                <a:spcPts val="850"/>
              </a:spcBef>
              <a:buClr>
                <a:srgbClr val="000000"/>
              </a:buClr>
              <a:buSzPct val="75000"/>
              <a:buFont typeface="Symbol" charset="2"/>
              <a:buChar char=""/>
            </a:pPr>
            <a:r>
              <a:rPr lang="en-US" sz="2100" b="0" u="none" strike="noStrike" dirty="0">
                <a:solidFill>
                  <a:srgbClr val="000000"/>
                </a:solidFill>
                <a:effectLst/>
                <a:uFillTx/>
                <a:latin typeface="Arial"/>
              </a:rPr>
              <a:t>Younger employees are more mobile and able to accept jobs elsewhere.</a:t>
            </a:r>
          </a:p>
          <a:p>
            <a:pPr marL="864000" lvl="1" indent="-324000" algn="l">
              <a:spcBef>
                <a:spcPts val="850"/>
              </a:spcBef>
              <a:buClr>
                <a:srgbClr val="000000"/>
              </a:buClr>
              <a:buSzPct val="75000"/>
              <a:buFont typeface="Symbol" charset="2"/>
              <a:buChar char=""/>
            </a:pPr>
            <a:r>
              <a:rPr lang="en-US" sz="2100" b="0" u="none" strike="noStrike" dirty="0">
                <a:solidFill>
                  <a:srgbClr val="000000"/>
                </a:solidFill>
                <a:effectLst/>
                <a:uFillTx/>
                <a:latin typeface="Arial"/>
              </a:rPr>
              <a:t>Middle age workers are more likely to have families, and opt for more stable employment.</a:t>
            </a:r>
          </a:p>
          <a:p>
            <a:pPr marL="864000" lvl="1" indent="-324000" algn="l">
              <a:spcBef>
                <a:spcPts val="850"/>
              </a:spcBef>
              <a:buClr>
                <a:srgbClr val="000000"/>
              </a:buClr>
              <a:buSzPct val="75000"/>
              <a:buFont typeface="Symbol" charset="2"/>
              <a:buChar char=""/>
            </a:pPr>
            <a:r>
              <a:rPr lang="en-US" sz="2100" b="0" u="none" strike="noStrike" dirty="0">
                <a:solidFill>
                  <a:srgbClr val="000000"/>
                </a:solidFill>
                <a:effectLst/>
                <a:uFillTx/>
                <a:latin typeface="Arial"/>
              </a:rPr>
              <a:t>Older employees could be leaving for more senior level positions or retirement.</a:t>
            </a:r>
          </a:p>
        </p:txBody>
      </p:sp>
      <p:pic>
        <p:nvPicPr>
          <p:cNvPr id="41" name="Picture 40"/>
          <p:cNvPicPr/>
          <p:nvPr/>
        </p:nvPicPr>
        <p:blipFill>
          <a:blip r:embed="rId2"/>
          <a:stretch/>
        </p:blipFill>
        <p:spPr>
          <a:xfrm>
            <a:off x="4476590" y="1172520"/>
            <a:ext cx="5510520" cy="3990600"/>
          </a:xfrm>
          <a:prstGeom prst="rect">
            <a:avLst/>
          </a:prstGeom>
          <a:noFill/>
          <a:ln w="18000">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PlaceHolder 1"/>
          <p:cNvSpPr>
            <a:spLocks noGrp="1"/>
          </p:cNvSpPr>
          <p:nvPr>
            <p:ph type="title"/>
          </p:nvPr>
        </p:nvSpPr>
        <p:spPr>
          <a:xfrm>
            <a:off x="504000" y="225720"/>
            <a:ext cx="9072000" cy="946800"/>
          </a:xfrm>
          <a:prstGeom prst="rect">
            <a:avLst/>
          </a:prstGeom>
          <a:noFill/>
          <a:ln w="0">
            <a:noFill/>
          </a:ln>
        </p:spPr>
        <p:txBody>
          <a:bodyPr lIns="0" tIns="0" rIns="0" bIns="0" anchor="ctr">
            <a:spAutoFit/>
          </a:bodyPr>
          <a:lstStyle/>
          <a:p>
            <a:pPr indent="0" algn="ctr">
              <a:buNone/>
            </a:pPr>
            <a:r>
              <a:rPr lang="en-US" sz="3300" b="0" u="none" strike="noStrike">
                <a:solidFill>
                  <a:srgbClr val="000000"/>
                </a:solidFill>
                <a:effectLst/>
                <a:uFillTx/>
                <a:latin typeface="Arial"/>
              </a:rPr>
              <a:t>Commute Vs Attrition</a:t>
            </a:r>
          </a:p>
        </p:txBody>
      </p:sp>
      <p:sp>
        <p:nvSpPr>
          <p:cNvPr id="43" name="PlaceHolder 2"/>
          <p:cNvSpPr>
            <a:spLocks noGrp="1"/>
          </p:cNvSpPr>
          <p:nvPr>
            <p:ph/>
          </p:nvPr>
        </p:nvSpPr>
        <p:spPr>
          <a:xfrm>
            <a:off x="504000" y="1326600"/>
            <a:ext cx="4068000" cy="3288240"/>
          </a:xfrm>
          <a:prstGeom prst="rect">
            <a:avLst/>
          </a:prstGeom>
          <a:noFill/>
          <a:ln w="0">
            <a:noFill/>
          </a:ln>
        </p:spPr>
        <p:txBody>
          <a:bodyPr lIns="0" tIns="0" rIns="0" bIns="0" anchor="t">
            <a:normAutofit/>
          </a:bodyPr>
          <a:lstStyle/>
          <a:p>
            <a:pPr marL="432000" indent="-324000" algn="l">
              <a:spcBef>
                <a:spcPts val="1060"/>
              </a:spcBef>
              <a:buClr>
                <a:srgbClr val="000000"/>
              </a:buClr>
              <a:buSzPct val="45000"/>
              <a:buFont typeface="Wingdings" charset="2"/>
              <a:buChar char=""/>
            </a:pPr>
            <a:r>
              <a:rPr lang="en-US" sz="2400" b="0" u="none" strike="noStrike" dirty="0">
                <a:solidFill>
                  <a:srgbClr val="000000"/>
                </a:solidFill>
                <a:effectLst/>
                <a:uFillTx/>
                <a:latin typeface="Arial"/>
              </a:rPr>
              <a:t>It appears that commute does have an effect on Attrition, but it seems to level off between 15-20 miles in distance.</a:t>
            </a:r>
          </a:p>
        </p:txBody>
      </p:sp>
      <p:pic>
        <p:nvPicPr>
          <p:cNvPr id="44" name="Picture 43"/>
          <p:cNvPicPr/>
          <p:nvPr/>
        </p:nvPicPr>
        <p:blipFill>
          <a:blip r:embed="rId2"/>
          <a:stretch/>
        </p:blipFill>
        <p:spPr>
          <a:xfrm>
            <a:off x="4572000" y="1371600"/>
            <a:ext cx="5160600" cy="3696120"/>
          </a:xfrm>
          <a:prstGeom prst="rect">
            <a:avLst/>
          </a:prstGeom>
          <a:noFill/>
          <a:ln w="18000">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PlaceHolder 1"/>
          <p:cNvSpPr>
            <a:spLocks noGrp="1"/>
          </p:cNvSpPr>
          <p:nvPr>
            <p:ph type="title"/>
          </p:nvPr>
        </p:nvSpPr>
        <p:spPr>
          <a:xfrm>
            <a:off x="504000" y="225720"/>
            <a:ext cx="9072000" cy="946800"/>
          </a:xfrm>
          <a:prstGeom prst="rect">
            <a:avLst/>
          </a:prstGeom>
          <a:noFill/>
          <a:ln w="0">
            <a:noFill/>
          </a:ln>
        </p:spPr>
        <p:txBody>
          <a:bodyPr lIns="0" tIns="0" rIns="0" bIns="0" anchor="ctr">
            <a:spAutoFit/>
          </a:bodyPr>
          <a:lstStyle/>
          <a:p>
            <a:pPr indent="0" algn="ctr">
              <a:buNone/>
            </a:pPr>
            <a:r>
              <a:rPr lang="en-US" sz="3300" b="0" u="none" strike="noStrike">
                <a:solidFill>
                  <a:srgbClr val="000000"/>
                </a:solidFill>
                <a:effectLst/>
                <a:uFillTx/>
                <a:latin typeface="Arial"/>
              </a:rPr>
              <a:t>Age vs Total Working Years</a:t>
            </a:r>
          </a:p>
        </p:txBody>
      </p:sp>
      <p:sp>
        <p:nvSpPr>
          <p:cNvPr id="46" name="PlaceHolder 2"/>
          <p:cNvSpPr>
            <a:spLocks noGrp="1"/>
          </p:cNvSpPr>
          <p:nvPr>
            <p:ph/>
          </p:nvPr>
        </p:nvSpPr>
        <p:spPr>
          <a:xfrm>
            <a:off x="504000" y="1326600"/>
            <a:ext cx="3839400" cy="3288240"/>
          </a:xfrm>
          <a:prstGeom prst="rect">
            <a:avLst/>
          </a:prstGeom>
          <a:noFill/>
          <a:ln w="0">
            <a:noFill/>
          </a:ln>
        </p:spPr>
        <p:txBody>
          <a:bodyPr lIns="0" tIns="0" rIns="0" bIns="0" anchor="t">
            <a:normAutofit lnSpcReduction="9999"/>
          </a:bodyPr>
          <a:lstStyle/>
          <a:p>
            <a:pPr marL="432000" indent="-324000" algn="l">
              <a:spcBef>
                <a:spcPts val="1060"/>
              </a:spcBef>
              <a:buClr>
                <a:srgbClr val="000000"/>
              </a:buClr>
              <a:buSzPct val="45000"/>
              <a:buFont typeface="Wingdings" charset="2"/>
              <a:buChar char=""/>
            </a:pPr>
            <a:r>
              <a:rPr lang="en-US" sz="2400" b="0" u="none" strike="noStrike" dirty="0">
                <a:solidFill>
                  <a:srgbClr val="000000"/>
                </a:solidFill>
                <a:effectLst/>
                <a:uFillTx/>
                <a:latin typeface="Arial"/>
              </a:rPr>
              <a:t>We thought we would see a strong relationship in the data that would cause issues between employee age and total working years. It looks like there is a relationship, but the correlations is not nearly as strong as we thought.</a:t>
            </a:r>
          </a:p>
        </p:txBody>
      </p:sp>
      <p:pic>
        <p:nvPicPr>
          <p:cNvPr id="47" name="Picture 46"/>
          <p:cNvPicPr/>
          <p:nvPr/>
        </p:nvPicPr>
        <p:blipFill>
          <a:blip r:embed="rId2"/>
          <a:stretch/>
        </p:blipFill>
        <p:spPr>
          <a:xfrm>
            <a:off x="4343400" y="1371600"/>
            <a:ext cx="5313960" cy="3805920"/>
          </a:xfrm>
          <a:prstGeom prst="rect">
            <a:avLst/>
          </a:prstGeom>
          <a:noFill/>
          <a:ln w="18000">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8" name="PlaceHolder 1"/>
          <p:cNvSpPr>
            <a:spLocks noGrp="1"/>
          </p:cNvSpPr>
          <p:nvPr>
            <p:ph type="title"/>
          </p:nvPr>
        </p:nvSpPr>
        <p:spPr>
          <a:xfrm>
            <a:off x="504000" y="225720"/>
            <a:ext cx="9072000" cy="946800"/>
          </a:xfrm>
          <a:prstGeom prst="rect">
            <a:avLst/>
          </a:prstGeom>
          <a:noFill/>
          <a:ln w="0">
            <a:noFill/>
          </a:ln>
        </p:spPr>
        <p:txBody>
          <a:bodyPr lIns="0" tIns="0" rIns="0" bIns="0" anchor="ctr">
            <a:spAutoFit/>
          </a:bodyPr>
          <a:lstStyle/>
          <a:p>
            <a:pPr indent="0" algn="ctr">
              <a:buNone/>
            </a:pPr>
            <a:r>
              <a:rPr lang="en-US" sz="3300" b="0" u="none" strike="noStrike">
                <a:solidFill>
                  <a:srgbClr val="000000"/>
                </a:solidFill>
                <a:effectLst/>
                <a:uFillTx/>
                <a:latin typeface="Arial"/>
              </a:rPr>
              <a:t>Years at Company vs Total Working Years</a:t>
            </a:r>
          </a:p>
        </p:txBody>
      </p:sp>
      <p:sp>
        <p:nvSpPr>
          <p:cNvPr id="49" name="PlaceHolder 2"/>
          <p:cNvSpPr>
            <a:spLocks noGrp="1"/>
          </p:cNvSpPr>
          <p:nvPr>
            <p:ph/>
          </p:nvPr>
        </p:nvSpPr>
        <p:spPr>
          <a:xfrm>
            <a:off x="504000" y="1326600"/>
            <a:ext cx="3852720" cy="3288240"/>
          </a:xfrm>
          <a:prstGeom prst="rect">
            <a:avLst/>
          </a:prstGeom>
          <a:noFill/>
          <a:ln w="0">
            <a:noFill/>
          </a:ln>
        </p:spPr>
        <p:txBody>
          <a:bodyPr lIns="0" tIns="0" rIns="0" bIns="0" anchor="t">
            <a:normAutofit/>
          </a:bodyPr>
          <a:lstStyle/>
          <a:p>
            <a:pPr marL="432000" indent="-324000" algn="l">
              <a:spcBef>
                <a:spcPts val="1060"/>
              </a:spcBef>
              <a:buClr>
                <a:srgbClr val="000000"/>
              </a:buClr>
              <a:buSzPct val="45000"/>
              <a:buFont typeface="Wingdings" charset="2"/>
              <a:buChar char=""/>
            </a:pPr>
            <a:r>
              <a:rPr lang="en-US" sz="2400" b="0" u="none" strike="noStrike">
                <a:solidFill>
                  <a:srgbClr val="000000"/>
                </a:solidFill>
                <a:effectLst/>
                <a:uFillTx/>
                <a:latin typeface="Arial"/>
              </a:rPr>
              <a:t>It looks like there is a relationship between years at the company and working years, but not a very strong one.</a:t>
            </a:r>
          </a:p>
        </p:txBody>
      </p:sp>
      <p:pic>
        <p:nvPicPr>
          <p:cNvPr id="50" name="Picture 49"/>
          <p:cNvPicPr/>
          <p:nvPr/>
        </p:nvPicPr>
        <p:blipFill>
          <a:blip r:embed="rId2"/>
          <a:stretch/>
        </p:blipFill>
        <p:spPr>
          <a:xfrm>
            <a:off x="4356720" y="1242360"/>
            <a:ext cx="5244480" cy="3786840"/>
          </a:xfrm>
          <a:prstGeom prst="rect">
            <a:avLst/>
          </a:prstGeom>
          <a:noFill/>
          <a:ln w="18000">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1" name="PlaceHolder 1"/>
          <p:cNvSpPr>
            <a:spLocks noGrp="1"/>
          </p:cNvSpPr>
          <p:nvPr>
            <p:ph type="title"/>
          </p:nvPr>
        </p:nvSpPr>
        <p:spPr>
          <a:xfrm>
            <a:off x="504000" y="225720"/>
            <a:ext cx="9072000" cy="946800"/>
          </a:xfrm>
          <a:prstGeom prst="rect">
            <a:avLst/>
          </a:prstGeom>
          <a:noFill/>
          <a:ln w="0">
            <a:noFill/>
          </a:ln>
        </p:spPr>
        <p:txBody>
          <a:bodyPr lIns="0" tIns="0" rIns="0" bIns="0" anchor="ctr">
            <a:spAutoFit/>
          </a:bodyPr>
          <a:lstStyle/>
          <a:p>
            <a:pPr indent="0" algn="ctr">
              <a:buNone/>
            </a:pPr>
            <a:r>
              <a:rPr lang="en-US" sz="3300" b="0" u="none" strike="noStrike">
                <a:solidFill>
                  <a:srgbClr val="000000"/>
                </a:solidFill>
                <a:effectLst/>
                <a:uFillTx/>
                <a:latin typeface="Arial"/>
              </a:rPr>
              <a:t>Education Field vs Job Role</a:t>
            </a:r>
          </a:p>
        </p:txBody>
      </p:sp>
      <p:sp>
        <p:nvSpPr>
          <p:cNvPr id="52" name="PlaceHolder 2"/>
          <p:cNvSpPr>
            <a:spLocks noGrp="1"/>
          </p:cNvSpPr>
          <p:nvPr>
            <p:ph/>
          </p:nvPr>
        </p:nvSpPr>
        <p:spPr>
          <a:xfrm>
            <a:off x="504000" y="1326600"/>
            <a:ext cx="4504680" cy="3288240"/>
          </a:xfrm>
          <a:prstGeom prst="rect">
            <a:avLst/>
          </a:prstGeom>
          <a:noFill/>
          <a:ln w="0">
            <a:noFill/>
          </a:ln>
        </p:spPr>
        <p:txBody>
          <a:bodyPr lIns="0" tIns="0" rIns="0" bIns="0" anchor="t">
            <a:normAutofit fontScale="85000" lnSpcReduction="9999"/>
          </a:bodyPr>
          <a:lstStyle/>
          <a:p>
            <a:pPr marL="432000" indent="-324000" algn="l">
              <a:spcBef>
                <a:spcPts val="1191"/>
              </a:spcBef>
              <a:spcAft>
                <a:spcPts val="992"/>
              </a:spcAft>
              <a:buClr>
                <a:srgbClr val="000000"/>
              </a:buClr>
              <a:buSzPct val="45000"/>
              <a:buFont typeface="Wingdings" charset="2"/>
              <a:buChar char=""/>
            </a:pPr>
            <a:r>
              <a:rPr lang="en-US" sz="2000" b="0" u="none" strike="noStrike">
                <a:solidFill>
                  <a:srgbClr val="000000"/>
                </a:solidFill>
                <a:effectLst/>
                <a:uFillTx/>
                <a:latin typeface="Arial"/>
              </a:rPr>
              <a:t>The heatmap reveals a strong structural relationship between education field and job role, indicating that employees are not randomly distributed across roles. Instead, specific education backgrounds concentrate within particular job families. This dependency explains multicollinearity we later observed in the initial logistic regression model.</a:t>
            </a:r>
          </a:p>
          <a:p>
            <a:pPr marL="432000" indent="-324000" algn="l">
              <a:spcBef>
                <a:spcPts val="1191"/>
              </a:spcBef>
              <a:spcAft>
                <a:spcPts val="992"/>
              </a:spcAft>
              <a:buClr>
                <a:srgbClr val="000000"/>
              </a:buClr>
              <a:buSzPct val="45000"/>
              <a:buFont typeface="Wingdings" charset="2"/>
              <a:buChar char=""/>
            </a:pPr>
            <a:r>
              <a:rPr lang="en-US" sz="2000" b="0" u="none" strike="noStrike">
                <a:solidFill>
                  <a:srgbClr val="000000"/>
                </a:solidFill>
                <a:effectLst/>
                <a:uFillTx/>
                <a:latin typeface="Arial"/>
              </a:rPr>
              <a:t>Attrition varies more meaningfully across job roles than across education fields, suggesting that occupational role is a stronger predictor of turnover than educational background.</a:t>
            </a:r>
          </a:p>
        </p:txBody>
      </p:sp>
      <p:pic>
        <p:nvPicPr>
          <p:cNvPr id="53" name="Picture 52"/>
          <p:cNvPicPr/>
          <p:nvPr/>
        </p:nvPicPr>
        <p:blipFill>
          <a:blip r:embed="rId2"/>
          <a:stretch/>
        </p:blipFill>
        <p:spPr>
          <a:xfrm>
            <a:off x="5008680" y="1600200"/>
            <a:ext cx="4821120" cy="3284640"/>
          </a:xfrm>
          <a:prstGeom prst="rect">
            <a:avLst/>
          </a:prstGeom>
          <a:noFill/>
          <a:ln w="18000">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PlaceHolder 1"/>
          <p:cNvSpPr>
            <a:spLocks noGrp="1"/>
          </p:cNvSpPr>
          <p:nvPr>
            <p:ph type="title"/>
          </p:nvPr>
        </p:nvSpPr>
        <p:spPr>
          <a:xfrm>
            <a:off x="504000" y="225720"/>
            <a:ext cx="9072000" cy="946800"/>
          </a:xfrm>
          <a:prstGeom prst="rect">
            <a:avLst/>
          </a:prstGeom>
          <a:noFill/>
          <a:ln w="0">
            <a:noFill/>
          </a:ln>
        </p:spPr>
        <p:txBody>
          <a:bodyPr lIns="0" tIns="0" rIns="0" bIns="0" anchor="ctr">
            <a:spAutoFit/>
          </a:bodyPr>
          <a:lstStyle/>
          <a:p>
            <a:pPr indent="0" algn="ctr">
              <a:buNone/>
            </a:pPr>
            <a:r>
              <a:rPr lang="en-US" sz="3300" b="0" u="none" strike="noStrike">
                <a:solidFill>
                  <a:srgbClr val="000000"/>
                </a:solidFill>
                <a:effectLst/>
                <a:uFillTx/>
                <a:latin typeface="Arial"/>
              </a:rPr>
              <a:t>Number of Companies and Attrition</a:t>
            </a:r>
          </a:p>
        </p:txBody>
      </p:sp>
      <p:sp>
        <p:nvSpPr>
          <p:cNvPr id="55" name="PlaceHolder 2"/>
          <p:cNvSpPr>
            <a:spLocks noGrp="1"/>
          </p:cNvSpPr>
          <p:nvPr>
            <p:ph/>
          </p:nvPr>
        </p:nvSpPr>
        <p:spPr>
          <a:xfrm>
            <a:off x="504000" y="1326600"/>
            <a:ext cx="5073120" cy="3288240"/>
          </a:xfrm>
          <a:prstGeom prst="rect">
            <a:avLst/>
          </a:prstGeom>
          <a:noFill/>
          <a:ln w="0">
            <a:noFill/>
          </a:ln>
        </p:spPr>
        <p:txBody>
          <a:bodyPr lIns="0" tIns="0" rIns="0" bIns="0" anchor="t">
            <a:normAutofit/>
          </a:bodyPr>
          <a:lstStyle/>
          <a:p>
            <a:pPr marL="432000" indent="-324000" algn="l">
              <a:spcBef>
                <a:spcPts val="1191"/>
              </a:spcBef>
              <a:spcAft>
                <a:spcPts val="992"/>
              </a:spcAft>
              <a:buClr>
                <a:srgbClr val="000000"/>
              </a:buClr>
              <a:buSzPct val="45000"/>
              <a:buFont typeface="Wingdings" charset="2"/>
              <a:buChar char=""/>
            </a:pPr>
            <a:r>
              <a:rPr lang="en-US" sz="2000" b="0" u="none" strike="noStrike" dirty="0">
                <a:solidFill>
                  <a:srgbClr val="000000"/>
                </a:solidFill>
                <a:effectLst/>
                <a:uFillTx/>
                <a:latin typeface="Arial"/>
              </a:rPr>
              <a:t>This shows that employees that have worked at more companies are more likely to leave. This could be explained by the fact that employees that have worked at more companies are more likely to be looking for new opportunities or be closer to retirement. </a:t>
            </a:r>
          </a:p>
        </p:txBody>
      </p:sp>
      <p:pic>
        <p:nvPicPr>
          <p:cNvPr id="56" name="Picture 55"/>
          <p:cNvPicPr/>
          <p:nvPr/>
        </p:nvPicPr>
        <p:blipFill>
          <a:blip r:embed="rId2"/>
          <a:stretch/>
        </p:blipFill>
        <p:spPr>
          <a:xfrm>
            <a:off x="5577120" y="1349640"/>
            <a:ext cx="4252680" cy="3222360"/>
          </a:xfrm>
          <a:prstGeom prst="rect">
            <a:avLst/>
          </a:prstGeom>
          <a:noFill/>
          <a:ln w="18000">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PlaceHolder 1"/>
          <p:cNvSpPr>
            <a:spLocks noGrp="1"/>
          </p:cNvSpPr>
          <p:nvPr>
            <p:ph type="title"/>
          </p:nvPr>
        </p:nvSpPr>
        <p:spPr>
          <a:xfrm>
            <a:off x="504000" y="225720"/>
            <a:ext cx="9072000" cy="946800"/>
          </a:xfrm>
          <a:prstGeom prst="rect">
            <a:avLst/>
          </a:prstGeom>
          <a:noFill/>
          <a:ln w="0">
            <a:noFill/>
          </a:ln>
        </p:spPr>
        <p:txBody>
          <a:bodyPr lIns="0" tIns="0" rIns="0" bIns="0" anchor="ctr">
            <a:spAutoFit/>
          </a:bodyPr>
          <a:lstStyle/>
          <a:p>
            <a:pPr indent="0" algn="ctr">
              <a:buNone/>
            </a:pPr>
            <a:r>
              <a:rPr lang="en-US" sz="3300" b="0" u="none" strike="noStrike">
                <a:solidFill>
                  <a:srgbClr val="000000"/>
                </a:solidFill>
                <a:effectLst/>
                <a:uFillTx/>
                <a:latin typeface="Arial"/>
              </a:rPr>
              <a:t>Model Analysis</a:t>
            </a:r>
          </a:p>
        </p:txBody>
      </p:sp>
      <p:sp>
        <p:nvSpPr>
          <p:cNvPr id="58" name="PlaceHolder 2"/>
          <p:cNvSpPr>
            <a:spLocks noGrp="1"/>
          </p:cNvSpPr>
          <p:nvPr>
            <p:ph/>
          </p:nvPr>
        </p:nvSpPr>
        <p:spPr>
          <a:xfrm>
            <a:off x="504000" y="1326600"/>
            <a:ext cx="9072000" cy="3288240"/>
          </a:xfrm>
          <a:prstGeom prst="rect">
            <a:avLst/>
          </a:prstGeom>
          <a:noFill/>
          <a:ln w="0">
            <a:noFill/>
          </a:ln>
        </p:spPr>
        <p:txBody>
          <a:bodyPr lIns="0" tIns="0" rIns="0" bIns="0" anchor="t">
            <a:normAutofit fontScale="85000" lnSpcReduction="9999"/>
          </a:bodyPr>
          <a:lstStyle/>
          <a:p>
            <a:pPr marL="432000" indent="-324000" algn="l">
              <a:spcBef>
                <a:spcPts val="1191"/>
              </a:spcBef>
              <a:spcAft>
                <a:spcPts val="992"/>
              </a:spcAft>
              <a:buClr>
                <a:srgbClr val="000000"/>
              </a:buClr>
              <a:buSzPct val="45000"/>
              <a:buFont typeface="Wingdings" charset="2"/>
              <a:buChar char=""/>
            </a:pPr>
            <a:r>
              <a:rPr lang="en-US" sz="2400" b="0" u="none" strike="noStrike" dirty="0">
                <a:solidFill>
                  <a:srgbClr val="000000"/>
                </a:solidFill>
                <a:effectLst/>
                <a:uFillTx/>
                <a:latin typeface="Arial"/>
              </a:rPr>
              <a:t>Elastic Net achieved the highest cross-validated business utility (tied with Ridge), the highest overall accuracy, and the highest precision while maintaining an AUC comparable to the other models. Although Ridge produced slightly higher recall, the difference was small. Therefore, Elastic Net was selected as the final model because it provided the best overall balance of predictive performance and business value.</a:t>
            </a:r>
          </a:p>
          <a:p>
            <a:pPr marL="432000" indent="-324000" algn="l">
              <a:spcBef>
                <a:spcPts val="1191"/>
              </a:spcBef>
              <a:spcAft>
                <a:spcPts val="992"/>
              </a:spcAft>
              <a:buClr>
                <a:srgbClr val="000000"/>
              </a:buClr>
              <a:buSzPct val="45000"/>
              <a:buFont typeface="Wingdings" charset="2"/>
              <a:buChar char=""/>
            </a:pPr>
            <a:r>
              <a:rPr lang="en-US" sz="2400" b="0" u="none" strike="noStrike" dirty="0">
                <a:solidFill>
                  <a:srgbClr val="000000"/>
                </a:solidFill>
                <a:effectLst/>
                <a:uFillTx/>
                <a:latin typeface="Arial"/>
              </a:rPr>
              <a:t>The similarity in performance suggests that the employee attrition dataset contains a relatively stable set of predictors with limited multi-collinearity. Consequently, the choice of regularization method had only a modest impact on predictive performance. Our removal from the data of some predictors where we saw or predicted multicollinearity may have also contributed.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 name="PlaceHolder 1"/>
          <p:cNvSpPr>
            <a:spLocks noGrp="1"/>
          </p:cNvSpPr>
          <p:nvPr>
            <p:ph type="title"/>
          </p:nvPr>
        </p:nvSpPr>
        <p:spPr>
          <a:xfrm>
            <a:off x="504000" y="225720"/>
            <a:ext cx="9072000" cy="946800"/>
          </a:xfrm>
          <a:prstGeom prst="rect">
            <a:avLst/>
          </a:prstGeom>
          <a:noFill/>
          <a:ln w="0">
            <a:noFill/>
          </a:ln>
        </p:spPr>
        <p:txBody>
          <a:bodyPr lIns="0" tIns="0" rIns="0" bIns="0" anchor="ctr">
            <a:spAutoFit/>
          </a:bodyPr>
          <a:lstStyle/>
          <a:p>
            <a:pPr indent="0" algn="ctr">
              <a:buNone/>
            </a:pPr>
            <a:r>
              <a:rPr lang="en-US" sz="3300" b="0" u="none" strike="noStrike">
                <a:solidFill>
                  <a:srgbClr val="000000"/>
                </a:solidFill>
                <a:effectLst/>
                <a:uFillTx/>
                <a:latin typeface="Arial"/>
              </a:rPr>
              <a:t>Important Continuous Predictors</a:t>
            </a:r>
          </a:p>
        </p:txBody>
      </p:sp>
      <p:sp>
        <p:nvSpPr>
          <p:cNvPr id="60" name="PlaceHolder 2"/>
          <p:cNvSpPr>
            <a:spLocks noGrp="1"/>
          </p:cNvSpPr>
          <p:nvPr>
            <p:ph/>
          </p:nvPr>
        </p:nvSpPr>
        <p:spPr>
          <a:xfrm>
            <a:off x="504000" y="1326600"/>
            <a:ext cx="9072000" cy="3931200"/>
          </a:xfrm>
          <a:prstGeom prst="rect">
            <a:avLst/>
          </a:prstGeom>
          <a:noFill/>
          <a:ln w="0">
            <a:noFill/>
          </a:ln>
        </p:spPr>
        <p:txBody>
          <a:bodyPr lIns="0" tIns="0" rIns="0" bIns="0" anchor="t">
            <a:normAutofit fontScale="55000" lnSpcReduction="20000"/>
          </a:bodyPr>
          <a:lstStyle/>
          <a:p>
            <a:pPr marL="432000" indent="-324000" algn="l">
              <a:spcBef>
                <a:spcPts val="1060"/>
              </a:spcBef>
              <a:buClr>
                <a:srgbClr val="000000"/>
              </a:buClr>
              <a:buSzPct val="45000"/>
              <a:buFont typeface="Wingdings" charset="2"/>
              <a:buChar char=""/>
            </a:pPr>
            <a:r>
              <a:rPr lang="en-US" sz="2400" b="0" u="none" strike="noStrike" dirty="0">
                <a:solidFill>
                  <a:srgbClr val="000000"/>
                </a:solidFill>
                <a:effectLst/>
                <a:uFillTx/>
                <a:latin typeface="Arial"/>
              </a:rPr>
              <a:t>Overtime</a:t>
            </a:r>
          </a:p>
          <a:p>
            <a:pPr marL="864000" lvl="1" indent="-324000" algn="l">
              <a:spcBef>
                <a:spcPts val="850"/>
              </a:spcBef>
              <a:buClr>
                <a:srgbClr val="000000"/>
              </a:buClr>
              <a:buSzPct val="75000"/>
              <a:buFont typeface="Symbol" charset="2"/>
              <a:buChar char=""/>
            </a:pPr>
            <a:r>
              <a:rPr lang="en-US" sz="2100" b="0" u="none" strike="noStrike" dirty="0">
                <a:solidFill>
                  <a:srgbClr val="000000"/>
                </a:solidFill>
                <a:effectLst/>
                <a:uFillTx/>
                <a:latin typeface="Arial"/>
              </a:rPr>
              <a:t>Employees working overtime have roughly 8 times the odds of attrition compared with employees who do not, holding the other variables constant:</a:t>
            </a:r>
          </a:p>
          <a:p>
            <a:pPr marL="1296000" lvl="2" indent="-288000" algn="l">
              <a:spcBef>
                <a:spcPts val="1191"/>
              </a:spcBef>
              <a:spcAft>
                <a:spcPts val="992"/>
              </a:spcAft>
              <a:buClr>
                <a:srgbClr val="000000"/>
              </a:buClr>
              <a:buSzPct val="45000"/>
              <a:buFont typeface="Wingdings" charset="2"/>
              <a:buChar char=""/>
            </a:pPr>
            <a:r>
              <a:rPr lang="en-US" sz="1800" b="0" u="none" strike="noStrike" dirty="0">
                <a:solidFill>
                  <a:srgbClr val="000000"/>
                </a:solidFill>
                <a:effectLst/>
                <a:uFillTx/>
                <a:latin typeface="Arial"/>
              </a:rPr>
              <a:t>E^2.07 ≈ 7.95</a:t>
            </a:r>
          </a:p>
          <a:p>
            <a:pPr marL="432000" indent="-324000" algn="l">
              <a:spcBef>
                <a:spcPts val="1060"/>
              </a:spcBef>
              <a:buClr>
                <a:srgbClr val="000000"/>
              </a:buClr>
              <a:buSzPct val="45000"/>
              <a:buFont typeface="Wingdings" charset="2"/>
              <a:buChar char=""/>
            </a:pPr>
            <a:r>
              <a:rPr lang="en-US" sz="2400" b="0" u="none" strike="noStrike" dirty="0">
                <a:solidFill>
                  <a:srgbClr val="000000"/>
                </a:solidFill>
                <a:effectLst/>
                <a:uFillTx/>
                <a:latin typeface="Arial"/>
              </a:rPr>
              <a:t>Business Travel</a:t>
            </a:r>
          </a:p>
          <a:p>
            <a:pPr marL="864000" lvl="1" indent="-324000" algn="l">
              <a:spcBef>
                <a:spcPts val="850"/>
              </a:spcBef>
              <a:buClr>
                <a:srgbClr val="000000"/>
              </a:buClr>
              <a:buSzPct val="75000"/>
              <a:buFont typeface="Symbol" charset="2"/>
              <a:buChar char=""/>
            </a:pPr>
            <a:r>
              <a:rPr lang="en-US" sz="2100" b="0" u="none" strike="noStrike" dirty="0">
                <a:solidFill>
                  <a:srgbClr val="000000"/>
                </a:solidFill>
                <a:effectLst/>
                <a:uFillTx/>
                <a:latin typeface="Arial"/>
              </a:rPr>
              <a:t>Employees traveling frequently have roughly 7.5 times the odds of attrition compared to employees who do not travel, holding the other variables constant:</a:t>
            </a:r>
          </a:p>
          <a:p>
            <a:pPr marL="1296000" lvl="2" indent="-288000" algn="l">
              <a:spcBef>
                <a:spcPts val="1191"/>
              </a:spcBef>
              <a:spcAft>
                <a:spcPts val="992"/>
              </a:spcAft>
              <a:buClr>
                <a:srgbClr val="000000"/>
              </a:buClr>
              <a:buSzPct val="45000"/>
              <a:buFont typeface="Wingdings" charset="2"/>
              <a:buChar char=""/>
            </a:pPr>
            <a:r>
              <a:rPr lang="en-US" sz="1800" b="0" u="none" strike="noStrike" dirty="0">
                <a:solidFill>
                  <a:srgbClr val="000000"/>
                </a:solidFill>
                <a:effectLst/>
                <a:uFillTx/>
                <a:latin typeface="Arial"/>
              </a:rPr>
              <a:t>E^2.02 ≈ 7.5</a:t>
            </a:r>
          </a:p>
          <a:p>
            <a:pPr marL="864000" lvl="1" indent="-324000" algn="l">
              <a:spcBef>
                <a:spcPts val="850"/>
              </a:spcBef>
              <a:buClr>
                <a:srgbClr val="000000"/>
              </a:buClr>
              <a:buSzPct val="75000"/>
              <a:buFont typeface="Symbol" charset="2"/>
              <a:buChar char=""/>
            </a:pPr>
            <a:r>
              <a:rPr lang="en-US" sz="1800" b="0" u="none" strike="noStrike" dirty="0">
                <a:solidFill>
                  <a:srgbClr val="000000"/>
                </a:solidFill>
                <a:effectLst/>
                <a:uFillTx/>
                <a:latin typeface="Arial"/>
              </a:rPr>
              <a:t>Employees traveling rarely also have roughly 2.9 times the odds of attrition compared to employees who do not travel, holding the other variables constant:</a:t>
            </a:r>
          </a:p>
          <a:p>
            <a:pPr marL="1296000" lvl="2" indent="-288000" algn="l">
              <a:spcBef>
                <a:spcPts val="1191"/>
              </a:spcBef>
              <a:spcAft>
                <a:spcPts val="992"/>
              </a:spcAft>
              <a:buClr>
                <a:srgbClr val="000000"/>
              </a:buClr>
              <a:buSzPct val="45000"/>
              <a:buFont typeface="Wingdings" charset="2"/>
              <a:buChar char=""/>
            </a:pPr>
            <a:r>
              <a:rPr lang="en-US" sz="1800" b="0" u="none" strike="noStrike" dirty="0">
                <a:solidFill>
                  <a:srgbClr val="000000"/>
                </a:solidFill>
                <a:effectLst/>
                <a:uFillTx/>
                <a:latin typeface="Arial"/>
              </a:rPr>
              <a:t>E^1.05 ≈ 2.9</a:t>
            </a:r>
          </a:p>
          <a:p>
            <a:pPr marL="432000" indent="-324000" algn="l">
              <a:spcBef>
                <a:spcPts val="1060"/>
              </a:spcBef>
              <a:buClr>
                <a:srgbClr val="000000"/>
              </a:buClr>
              <a:buSzPct val="45000"/>
              <a:buFont typeface="Wingdings" charset="2"/>
              <a:buChar char=""/>
            </a:pPr>
            <a:r>
              <a:rPr lang="en-US" sz="2400" b="0" u="none" strike="noStrike" dirty="0">
                <a:solidFill>
                  <a:srgbClr val="000000"/>
                </a:solidFill>
                <a:effectLst/>
                <a:uFillTx/>
                <a:latin typeface="Arial"/>
              </a:rPr>
              <a:t>Marital Status</a:t>
            </a:r>
          </a:p>
          <a:p>
            <a:pPr marL="864000" lvl="1" indent="-324000" algn="l">
              <a:spcBef>
                <a:spcPts val="850"/>
              </a:spcBef>
              <a:buClr>
                <a:srgbClr val="000000"/>
              </a:buClr>
              <a:buSzPct val="75000"/>
              <a:buFont typeface="Symbol" charset="2"/>
              <a:buChar char=""/>
            </a:pPr>
            <a:r>
              <a:rPr lang="en-US" sz="2100" b="0" u="none" strike="noStrike" dirty="0">
                <a:solidFill>
                  <a:srgbClr val="000000"/>
                </a:solidFill>
                <a:effectLst/>
                <a:uFillTx/>
                <a:latin typeface="Arial"/>
              </a:rPr>
              <a:t>Single employees have roughly 5 times the odds of attrition compared to divorced employees, holding the over variables constant:</a:t>
            </a:r>
          </a:p>
          <a:p>
            <a:pPr marL="1296000" lvl="2" indent="-288000" algn="l">
              <a:spcBef>
                <a:spcPts val="1191"/>
              </a:spcBef>
              <a:spcAft>
                <a:spcPts val="992"/>
              </a:spcAft>
              <a:buClr>
                <a:srgbClr val="000000"/>
              </a:buClr>
              <a:buSzPct val="45000"/>
              <a:buFont typeface="Wingdings" charset="2"/>
              <a:buChar char=""/>
            </a:pPr>
            <a:r>
              <a:rPr lang="en-US" sz="1800" b="0" u="none" strike="noStrike" dirty="0">
                <a:solidFill>
                  <a:srgbClr val="000000"/>
                </a:solidFill>
                <a:effectLst/>
                <a:uFillTx/>
                <a:latin typeface="Arial"/>
              </a:rPr>
              <a:t>E^1.60 ≈ 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PlaceHolder 1"/>
          <p:cNvSpPr>
            <a:spLocks noGrp="1"/>
          </p:cNvSpPr>
          <p:nvPr>
            <p:ph type="title"/>
          </p:nvPr>
        </p:nvSpPr>
        <p:spPr>
          <a:xfrm>
            <a:off x="504000" y="225720"/>
            <a:ext cx="9072000" cy="946800"/>
          </a:xfrm>
          <a:prstGeom prst="rect">
            <a:avLst/>
          </a:prstGeom>
          <a:noFill/>
          <a:ln w="0">
            <a:noFill/>
          </a:ln>
        </p:spPr>
        <p:txBody>
          <a:bodyPr lIns="0" tIns="0" rIns="0" bIns="0" anchor="ctr">
            <a:spAutoFit/>
          </a:bodyPr>
          <a:lstStyle/>
          <a:p>
            <a:pPr indent="0" algn="ctr">
              <a:buNone/>
            </a:pPr>
            <a:r>
              <a:rPr lang="en-US" sz="3300" b="0" u="none" strike="noStrike" dirty="0">
                <a:solidFill>
                  <a:srgbClr val="000000"/>
                </a:solidFill>
                <a:effectLst/>
                <a:uFillTx/>
                <a:latin typeface="Arial"/>
              </a:rPr>
              <a:t>Conclusion</a:t>
            </a:r>
          </a:p>
        </p:txBody>
      </p:sp>
      <p:sp>
        <p:nvSpPr>
          <p:cNvPr id="62" name="PlaceHolder 2"/>
          <p:cNvSpPr>
            <a:spLocks noGrp="1"/>
          </p:cNvSpPr>
          <p:nvPr>
            <p:ph/>
          </p:nvPr>
        </p:nvSpPr>
        <p:spPr>
          <a:xfrm>
            <a:off x="504000" y="1326600"/>
            <a:ext cx="4536000" cy="3288240"/>
          </a:xfrm>
          <a:prstGeom prst="rect">
            <a:avLst/>
          </a:prstGeom>
          <a:noFill/>
          <a:ln w="0">
            <a:noFill/>
          </a:ln>
        </p:spPr>
        <p:txBody>
          <a:bodyPr lIns="0" tIns="0" rIns="0" bIns="0" anchor="t">
            <a:normAutofit fontScale="77500" lnSpcReduction="20000"/>
          </a:bodyPr>
          <a:lstStyle/>
          <a:p>
            <a:pPr marL="342900" indent="-342900" algn="l">
              <a:spcBef>
                <a:spcPts val="1060"/>
              </a:spcBef>
              <a:buFont typeface="Arial" panose="020B0604020202020204" pitchFamily="34" charset="0"/>
              <a:buChar char="•"/>
            </a:pPr>
            <a:r>
              <a:rPr lang="en-US" dirty="0"/>
              <a:t>Years Since Last Promotion</a:t>
            </a:r>
          </a:p>
          <a:p>
            <a:pPr marL="342900" indent="-342900" algn="l">
              <a:spcBef>
                <a:spcPts val="1060"/>
              </a:spcBef>
              <a:buFont typeface="Arial" panose="020B0604020202020204" pitchFamily="34" charset="0"/>
              <a:buChar char="•"/>
            </a:pPr>
            <a:r>
              <a:rPr lang="en-US" dirty="0"/>
              <a:t>Num Companies Worked</a:t>
            </a:r>
          </a:p>
          <a:p>
            <a:pPr marL="342900" indent="-342900" algn="l">
              <a:spcBef>
                <a:spcPts val="1060"/>
              </a:spcBef>
              <a:buFont typeface="Arial" panose="020B0604020202020204" pitchFamily="34" charset="0"/>
              <a:buChar char="•"/>
            </a:pPr>
            <a:r>
              <a:rPr lang="en-US" dirty="0" err="1"/>
              <a:t>OverTime</a:t>
            </a:r>
            <a:endParaRPr lang="en-US" dirty="0"/>
          </a:p>
          <a:p>
            <a:pPr marL="342900" indent="-342900" algn="l">
              <a:spcBef>
                <a:spcPts val="1060"/>
              </a:spcBef>
              <a:buFont typeface="Arial" panose="020B0604020202020204" pitchFamily="34" charset="0"/>
              <a:buChar char="•"/>
            </a:pPr>
            <a:r>
              <a:rPr lang="en-US" dirty="0"/>
              <a:t>Business Travel (Frequent)</a:t>
            </a:r>
          </a:p>
          <a:p>
            <a:pPr marL="342900" indent="-342900" algn="l">
              <a:spcBef>
                <a:spcPts val="1060"/>
              </a:spcBef>
              <a:buFont typeface="Arial" panose="020B0604020202020204" pitchFamily="34" charset="0"/>
              <a:buChar char="•"/>
            </a:pPr>
            <a:r>
              <a:rPr lang="en-US" dirty="0"/>
              <a:t>Distance From Home</a:t>
            </a:r>
          </a:p>
          <a:p>
            <a:pPr marL="342900" indent="-342900" algn="l">
              <a:spcBef>
                <a:spcPts val="1060"/>
              </a:spcBef>
              <a:buFont typeface="Arial" panose="020B0604020202020204" pitchFamily="34" charset="0"/>
              <a:buChar char="•"/>
            </a:pPr>
            <a:r>
              <a:rPr lang="en-US" dirty="0"/>
              <a:t>Environment Satisfaction</a:t>
            </a:r>
          </a:p>
          <a:p>
            <a:pPr marL="342900" indent="-342900" algn="l">
              <a:spcBef>
                <a:spcPts val="1060"/>
              </a:spcBef>
              <a:buFont typeface="Arial" panose="020B0604020202020204" pitchFamily="34" charset="0"/>
              <a:buChar char="•"/>
            </a:pPr>
            <a:r>
              <a:rPr lang="en-US" dirty="0"/>
              <a:t>Job Satisfaction</a:t>
            </a:r>
          </a:p>
          <a:p>
            <a:pPr marL="342900" indent="-342900" algn="l">
              <a:spcBef>
                <a:spcPts val="1060"/>
              </a:spcBef>
              <a:buFont typeface="Arial" panose="020B0604020202020204" pitchFamily="34" charset="0"/>
              <a:buChar char="•"/>
            </a:pPr>
            <a:r>
              <a:rPr lang="en-US" dirty="0"/>
              <a:t>Total Working Years</a:t>
            </a:r>
          </a:p>
          <a:p>
            <a:pPr marL="342900" indent="-342900" algn="l">
              <a:spcBef>
                <a:spcPts val="1060"/>
              </a:spcBef>
              <a:buFont typeface="Arial" panose="020B0604020202020204" pitchFamily="34" charset="0"/>
              <a:buChar char="•"/>
            </a:pPr>
            <a:endParaRPr lang="en-US" dirty="0"/>
          </a:p>
          <a:p>
            <a:pPr marL="342900" indent="-342900" algn="l">
              <a:spcBef>
                <a:spcPts val="1060"/>
              </a:spcBef>
              <a:buFont typeface="Arial" panose="020B0604020202020204" pitchFamily="34" charset="0"/>
              <a:buChar char="•"/>
            </a:pPr>
            <a:endParaRPr lang="en-US" dirty="0"/>
          </a:p>
          <a:p>
            <a:pPr marL="342900" indent="-342900" algn="l">
              <a:spcBef>
                <a:spcPts val="1060"/>
              </a:spcBef>
              <a:buFont typeface="Arial" panose="020B0604020202020204" pitchFamily="34" charset="0"/>
              <a:buChar char="•"/>
            </a:pPr>
            <a:endParaRPr lang="en-US" dirty="0"/>
          </a:p>
          <a:p>
            <a:pPr marL="342900" indent="-342900" algn="l">
              <a:spcBef>
                <a:spcPts val="1060"/>
              </a:spcBef>
              <a:buFont typeface="Arial" panose="020B0604020202020204" pitchFamily="34" charset="0"/>
              <a:buChar char="•"/>
            </a:pPr>
            <a:endParaRPr lang="en-US" dirty="0"/>
          </a:p>
          <a:p>
            <a:pPr marL="342900" indent="-342900" algn="l">
              <a:spcBef>
                <a:spcPts val="1060"/>
              </a:spcBef>
              <a:buFont typeface="Arial" panose="020B0604020202020204" pitchFamily="34" charset="0"/>
              <a:buChar char="•"/>
            </a:pPr>
            <a:endParaRPr lang="en-US" dirty="0"/>
          </a:p>
          <a:p>
            <a:pPr marL="342900" indent="-342900" algn="l">
              <a:spcBef>
                <a:spcPts val="1060"/>
              </a:spcBef>
              <a:buFont typeface="Arial" panose="020B0604020202020204" pitchFamily="34" charset="0"/>
              <a:buChar char="•"/>
            </a:pPr>
            <a:endParaRPr lang="en-US" dirty="0"/>
          </a:p>
          <a:p>
            <a:pPr marL="342900" indent="-342900" algn="l">
              <a:spcBef>
                <a:spcPts val="1060"/>
              </a:spcBef>
              <a:buFont typeface="Arial" panose="020B0604020202020204" pitchFamily="34" charset="0"/>
              <a:buChar char="•"/>
            </a:pPr>
            <a:endParaRPr lang="en-US" dirty="0"/>
          </a:p>
          <a:p>
            <a:pPr marL="342900" indent="-342900" algn="l">
              <a:spcBef>
                <a:spcPts val="1060"/>
              </a:spcBef>
              <a:buFont typeface="Arial" panose="020B0604020202020204" pitchFamily="34" charset="0"/>
              <a:buChar char="•"/>
            </a:pPr>
            <a:endParaRPr lang="en-US" sz="2400" b="0" u="none" strike="noStrike" dirty="0">
              <a:solidFill>
                <a:srgbClr val="000000"/>
              </a:solidFill>
              <a:effectLst/>
              <a:uFillTx/>
              <a:latin typeface="Arial"/>
            </a:endParaRPr>
          </a:p>
        </p:txBody>
      </p:sp>
      <p:sp>
        <p:nvSpPr>
          <p:cNvPr id="2" name="PlaceHolder 2">
            <a:extLst>
              <a:ext uri="{FF2B5EF4-FFF2-40B4-BE49-F238E27FC236}">
                <a16:creationId xmlns:a16="http://schemas.microsoft.com/office/drawing/2014/main" id="{D9304C24-5F67-2937-74D1-DF1553F93A91}"/>
              </a:ext>
            </a:extLst>
          </p:cNvPr>
          <p:cNvSpPr txBox="1">
            <a:spLocks/>
          </p:cNvSpPr>
          <p:nvPr/>
        </p:nvSpPr>
        <p:spPr>
          <a:xfrm>
            <a:off x="5040000" y="1326600"/>
            <a:ext cx="4536000" cy="3288240"/>
          </a:xfrm>
          <a:prstGeom prst="rect">
            <a:avLst/>
          </a:prstGeom>
          <a:noFill/>
          <a:ln w="0">
            <a:noFill/>
          </a:ln>
        </p:spPr>
        <p:txBody>
          <a:bodyPr lIns="0" tIns="0" rIns="0" bIns="0" anchor="t">
            <a:normAutofit fontScale="85000" lnSpcReduction="10000"/>
          </a:bodyPr>
          <a:lstStyle>
            <a:lvl1pPr indent="0" algn="ctr" defTabSz="914400" rtl="0" eaLnBrk="1" latinLnBrk="0" hangingPunct="1">
              <a:lnSpc>
                <a:spcPct val="90000"/>
              </a:lnSpc>
              <a:spcBef>
                <a:spcPct val="0"/>
              </a:spcBef>
              <a:buNone/>
              <a:defRPr lang="en-US" sz="3300" b="0" u="none" strike="noStrike" kern="1200">
                <a:solidFill>
                  <a:srgbClr val="000000"/>
                </a:solidFill>
                <a:effectLst/>
                <a:uFillTx/>
                <a:latin typeface="Arial"/>
                <a:ea typeface="+mj-ea"/>
                <a:cs typeface="+mj-cs"/>
              </a:defRPr>
            </a:lvl1pPr>
          </a:lstStyle>
          <a:p>
            <a:pPr marL="342900" indent="-342900" algn="l">
              <a:spcBef>
                <a:spcPts val="1060"/>
              </a:spcBef>
              <a:buFont typeface="Arial" panose="020B0604020202020204" pitchFamily="34" charset="0"/>
              <a:buChar char="•"/>
            </a:pPr>
            <a:r>
              <a:rPr lang="en-US" dirty="0"/>
              <a:t>Strongest positive effect</a:t>
            </a:r>
          </a:p>
          <a:p>
            <a:pPr marL="342900" indent="-342900" algn="l">
              <a:spcBef>
                <a:spcPts val="1060"/>
              </a:spcBef>
              <a:buFont typeface="Arial" panose="020B0604020202020204" pitchFamily="34" charset="0"/>
              <a:buChar char="•"/>
            </a:pPr>
            <a:r>
              <a:rPr lang="en-US" dirty="0"/>
              <a:t>Strong positive effect</a:t>
            </a:r>
          </a:p>
          <a:p>
            <a:pPr marL="342900" indent="-342900" algn="l">
              <a:spcBef>
                <a:spcPts val="1060"/>
              </a:spcBef>
              <a:buFont typeface="Arial" panose="020B0604020202020204" pitchFamily="34" charset="0"/>
              <a:buChar char="•"/>
            </a:pPr>
            <a:r>
              <a:rPr lang="en-US" dirty="0"/>
              <a:t>Moderate positive effect</a:t>
            </a:r>
          </a:p>
          <a:p>
            <a:pPr marL="342900" indent="-342900" algn="l">
              <a:spcBef>
                <a:spcPts val="1060"/>
              </a:spcBef>
              <a:buFont typeface="Arial" panose="020B0604020202020204" pitchFamily="34" charset="0"/>
              <a:buChar char="•"/>
            </a:pPr>
            <a:r>
              <a:rPr lang="en-US" dirty="0"/>
              <a:t>Moderate positive effect</a:t>
            </a:r>
          </a:p>
          <a:p>
            <a:pPr marL="342900" indent="-342900" algn="l">
              <a:spcBef>
                <a:spcPts val="1060"/>
              </a:spcBef>
              <a:buFont typeface="Arial" panose="020B0604020202020204" pitchFamily="34" charset="0"/>
              <a:buChar char="•"/>
            </a:pPr>
            <a:r>
              <a:rPr lang="en-US" dirty="0"/>
              <a:t>strong negative effect</a:t>
            </a:r>
          </a:p>
          <a:p>
            <a:pPr marL="342900" indent="-342900" algn="l">
              <a:spcBef>
                <a:spcPts val="1060"/>
              </a:spcBef>
              <a:buFont typeface="Arial" panose="020B0604020202020204" pitchFamily="34" charset="0"/>
              <a:buChar char="•"/>
            </a:pPr>
            <a:r>
              <a:rPr lang="en-US" dirty="0"/>
              <a:t>Negative effect</a:t>
            </a:r>
          </a:p>
          <a:p>
            <a:pPr marL="342900" indent="-342900" algn="l">
              <a:spcBef>
                <a:spcPts val="1060"/>
              </a:spcBef>
              <a:buFont typeface="Arial" panose="020B0604020202020204" pitchFamily="34" charset="0"/>
              <a:buChar char="•"/>
            </a:pPr>
            <a:r>
              <a:rPr lang="en-US" dirty="0"/>
              <a:t>Negative effect</a:t>
            </a:r>
          </a:p>
          <a:p>
            <a:pPr marL="342900" indent="-342900" algn="l">
              <a:spcBef>
                <a:spcPts val="1060"/>
              </a:spcBef>
              <a:buFont typeface="Arial" panose="020B0604020202020204" pitchFamily="34" charset="0"/>
              <a:buChar char="•"/>
            </a:pPr>
            <a:endParaRPr lang="en-US" dirty="0"/>
          </a:p>
          <a:p>
            <a:pPr marL="342900" indent="-342900" algn="l">
              <a:spcBef>
                <a:spcPts val="1060"/>
              </a:spcBef>
              <a:buFont typeface="Arial" panose="020B0604020202020204" pitchFamily="34" charset="0"/>
              <a:buChar char="•"/>
            </a:pPr>
            <a:endParaRPr lang="en-US" dirty="0"/>
          </a:p>
          <a:p>
            <a:pPr marL="342900" indent="-342900" algn="l">
              <a:spcBef>
                <a:spcPts val="1060"/>
              </a:spcBef>
              <a:buFont typeface="Arial" panose="020B0604020202020204" pitchFamily="34" charset="0"/>
              <a:buChar char="•"/>
            </a:pPr>
            <a:endParaRPr lang="en-US" dirty="0"/>
          </a:p>
          <a:p>
            <a:pPr marL="342900" indent="-342900" algn="l">
              <a:spcBef>
                <a:spcPts val="1060"/>
              </a:spcBef>
              <a:buFont typeface="Arial" panose="020B0604020202020204" pitchFamily="34" charset="0"/>
              <a:buChar char="•"/>
            </a:pPr>
            <a:endParaRPr lang="en-US" dirty="0"/>
          </a:p>
          <a:p>
            <a:pPr marL="342900" indent="-342900" algn="l">
              <a:spcBef>
                <a:spcPts val="1060"/>
              </a:spcBef>
              <a:buFont typeface="Arial" panose="020B0604020202020204" pitchFamily="34" charset="0"/>
              <a:buChar char="•"/>
            </a:pPr>
            <a:endParaRPr lang="en-US" dirty="0"/>
          </a:p>
          <a:p>
            <a:pPr marL="342900" indent="-342900" algn="l">
              <a:spcBef>
                <a:spcPts val="1060"/>
              </a:spcBef>
              <a:buFont typeface="Arial" panose="020B0604020202020204" pitchFamily="34" charset="0"/>
              <a:buChar char="•"/>
            </a:pPr>
            <a:endParaRPr lang="en-US" dirty="0"/>
          </a:p>
          <a:p>
            <a:pPr marL="342900" indent="-342900" algn="l">
              <a:spcBef>
                <a:spcPts val="1060"/>
              </a:spcBef>
              <a:buFont typeface="Arial" panose="020B0604020202020204" pitchFamily="34" charset="0"/>
              <a:buChar char="•"/>
            </a:pPr>
            <a:endParaRPr lang="en-US" sz="2400" dirty="0"/>
          </a:p>
        </p:txBody>
      </p:sp>
    </p:spTree>
  </p:cSld>
  <p:clrMapOvr>
    <a:masterClrMapping/>
  </p:clrMapOvr>
</p:sld>
</file>

<file path=ppt/theme/theme1.xml><?xml version="1.0" encoding="utf-8"?>
<a:theme xmlns:a="http://schemas.openxmlformats.org/drawingml/2006/main"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68</TotalTime>
  <Words>916</Words>
  <Application>Microsoft Office PowerPoint</Application>
  <PresentationFormat>Custom</PresentationFormat>
  <Paragraphs>92</Paragraphs>
  <Slides>16</Slides>
  <Notes>0</Notes>
  <HiddenSlides>2</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Symbol</vt:lpstr>
      <vt:lpstr>Wingdings</vt:lpstr>
      <vt:lpstr>Office</vt:lpstr>
      <vt:lpstr>Will I Stay or Will I Go Now? A report on Attrition</vt:lpstr>
      <vt:lpstr>Business Problem</vt:lpstr>
      <vt:lpstr>Executive Summary</vt:lpstr>
      <vt:lpstr>Data Summary</vt:lpstr>
      <vt:lpstr>Data Preparation</vt:lpstr>
      <vt:lpstr>Overtime vs Attrition</vt:lpstr>
      <vt:lpstr>Satisfaction vs Attrition</vt:lpstr>
      <vt:lpstr>Age vs Attrition</vt:lpstr>
      <vt:lpstr>Commute Vs Attrition</vt:lpstr>
      <vt:lpstr>Age vs Total Working Years</vt:lpstr>
      <vt:lpstr>Years at Company vs Total Working Years</vt:lpstr>
      <vt:lpstr>Education Field vs Job Role</vt:lpstr>
      <vt:lpstr>Number of Companies and Attrition</vt:lpstr>
      <vt:lpstr>Model Analysis</vt:lpstr>
      <vt:lpstr>Important Continuous Predictors</vt:lpstr>
      <vt:lpstr>Conclusion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Blueprint Plans</dc:title>
  <dc:subject/>
  <dc:creator/>
  <dc:description>This work is licensed under a Creative Commons Attribution-ShareAlike 3.0 Unported License.
It makes use of the works of Mateus Machado Luna.
SVG pictures were made by Rizmut.</dc:description>
  <cp:lastModifiedBy>Stacy Bowler</cp:lastModifiedBy>
  <cp:revision>14</cp:revision>
  <dcterms:created xsi:type="dcterms:W3CDTF">2026-07-21T18:18:30Z</dcterms:created>
  <dcterms:modified xsi:type="dcterms:W3CDTF">2026-07-26T03:58:26Z</dcterms:modified>
  <dc:language>en-US</dc:language>
</cp:coreProperties>
</file>