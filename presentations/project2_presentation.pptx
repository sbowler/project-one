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presProps.xml" ContentType="application/vnd.openxmlformats-officedocument.presentationml.presProps+xml"/>
  <Override PartName="/ppt/media/image4.svg" ContentType="image/svg"/>
  <Override PartName="/ppt/media/image2.svg" ContentType="image/svg"/>
  <Override PartName="/ppt/slides/slide12.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3.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13.xml" ContentType="application/vnd.openxmlformats-officedocument.presentationml.slide+xml"/>
  <Override PartName="/ppt/slides/slide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2.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Lst>
  <p:sldSz cx="10080625" cy="567055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sv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Blueprint Plans">
    <p:spTree>
      <p:nvGrpSpPr>
        <p:cNvPr id="1" name=""/>
        <p:cNvGrpSpPr/>
        <p:nvPr/>
      </p:nvGrpSpPr>
      <p:grpSpPr>
        <a:xfrm>
          <a:off x="0" y="0"/>
          <a:ext cx="0" cy="0"/>
          <a:chOff x="0" y="0"/>
          <a:chExt cx="0" cy="0"/>
        </a:xfrm>
      </p:grpSpPr>
      <p:pic>
        <p:nvPicPr>
          <p:cNvPr id="2" name=""/>
          <p:cNvPicPr/>
          <p:nvPr/>
        </p:nvPicPr>
        <p:blipFill>
          <a:blip r:embed="rId2">
            <a:extLst>
              <a:ext uri="{96DAC541-7B7A-43D3-8B79-37D633B846F1}">
                <asvg:svgBlip xmlns:asvg="http://schemas.microsoft.com/office/drawing/2016/SVG/main" r:embed="rId3"/>
              </a:ext>
            </a:extLst>
          </a:blip>
          <a:stretch/>
        </p:blipFill>
        <p:spPr>
          <a:xfrm>
            <a:off x="0" y="0"/>
            <a:ext cx="10080000" cy="5670000"/>
          </a:xfrm>
          <a:prstGeom prst="rect">
            <a:avLst/>
          </a:prstGeom>
          <a:noFill/>
          <a:ln w="18000">
            <a:noFill/>
          </a:ln>
        </p:spPr>
      </p:pic>
      <p:sp>
        <p:nvSpPr>
          <p:cNvPr id="3" name="PlaceHolder 1"/>
          <p:cNvSpPr>
            <a:spLocks noGrp="1"/>
          </p:cNvSpPr>
          <p:nvPr>
            <p:ph type="title"/>
          </p:nvPr>
        </p:nvSpPr>
        <p:spPr>
          <a:xfrm>
            <a:off x="504000" y="810000"/>
            <a:ext cx="9072000" cy="1296000"/>
          </a:xfrm>
          <a:prstGeom prst="rect">
            <a:avLst/>
          </a:prstGeom>
          <a:noFill/>
          <a:ln w="0">
            <a:noFill/>
          </a:ln>
        </p:spPr>
        <p:txBody>
          <a:bodyPr lIns="0" tIns="0" rIns="0" bIns="0" anchor="ctr">
            <a:noAutofit/>
          </a:bodyPr>
          <a:lstStyle>
            <a:lvl1pPr indent="0" algn="ctr">
              <a:buNone/>
              <a:defRPr lang="en-US" sz="4400" b="0" u="none" strike="noStrike">
                <a:solidFill>
                  <a:srgbClr val="FFFFFF"/>
                </a:solidFill>
                <a:effectLst/>
                <a:uFillTx/>
                <a:latin typeface="Arial"/>
              </a:defRPr>
            </a:lvl1pPr>
          </a:lstStyle>
          <a:p>
            <a:pPr indent="0" algn="ctr">
              <a:buNone/>
            </a:pPr>
            <a:r>
              <a:rPr lang="en-US" sz="4400" b="0" u="none" strike="noStrike">
                <a:solidFill>
                  <a:srgbClr val="FFFFFF"/>
                </a:solidFill>
                <a:effectLst/>
                <a:uFillTx/>
                <a:latin typeface="Arial"/>
              </a:rPr>
              <a:t>Click to edit the title text format</a:t>
            </a:r>
            <a:endParaRPr lang="en-US" sz="4400" b="0" u="none" strike="noStrike">
              <a:solidFill>
                <a:srgbClr val="FFFFFF"/>
              </a:solidFill>
              <a:effectLst/>
              <a:uFillTx/>
              <a:latin typeface="Arial"/>
            </a:endParaRPr>
          </a:p>
        </p:txBody>
      </p:sp>
      <p:sp>
        <p:nvSpPr>
          <p:cNvPr id="4" name="PlaceHolder 2"/>
          <p:cNvSpPr>
            <a:spLocks noGrp="1"/>
          </p:cNvSpPr>
          <p:nvPr>
            <p:ph type="body"/>
          </p:nvPr>
        </p:nvSpPr>
        <p:spPr>
          <a:xfrm>
            <a:off x="504000" y="2376000"/>
            <a:ext cx="9072000" cy="2754000"/>
          </a:xfrm>
          <a:prstGeom prst="rect">
            <a:avLst/>
          </a:prstGeom>
          <a:noFill/>
          <a:ln w="0">
            <a:noFill/>
          </a:ln>
        </p:spPr>
        <p:txBody>
          <a:bodyPr lIns="0" tIns="0" rIns="0" bIns="0" anchor="t">
            <a:normAutofit/>
          </a:bodyPr>
          <a:lstStyle>
            <a:lvl1pPr algn="l">
              <a:spcBef>
                <a:spcPts val="1414"/>
              </a:spcBef>
              <a:buClr>
                <a:srgbClr val="FFFFFF"/>
              </a:buClr>
              <a:buSzPct val="45000"/>
              <a:buFont typeface="Wingdings" charset="2"/>
              <a:buChar char=""/>
              <a:defRPr lang="en-US" sz="3200" b="0" u="none" strike="noStrike">
                <a:solidFill>
                  <a:srgbClr val="FFFFFF"/>
                </a:solidFill>
                <a:effectLst/>
                <a:uFillTx/>
                <a:latin typeface="Arial"/>
              </a:defRPr>
            </a:lvl1pPr>
            <a:lvl2pPr lvl="1" algn="l">
              <a:spcBef>
                <a:spcPts val="1134"/>
              </a:spcBef>
              <a:buClr>
                <a:srgbClr val="FFFFFF"/>
              </a:buClr>
              <a:buSzPct val="75000"/>
              <a:buFont typeface="Symbol" charset="2"/>
              <a:buChar char=""/>
              <a:defRPr lang="en-US" sz="2400" b="0" u="none" strike="noStrike">
                <a:solidFill>
                  <a:srgbClr val="FFFFFF"/>
                </a:solidFill>
                <a:effectLst/>
                <a:uFillTx/>
                <a:latin typeface="Arial"/>
              </a:defRPr>
            </a:lvl2pPr>
            <a:lvl3pPr lvl="2" algn="l">
              <a:spcBef>
                <a:spcPts val="850"/>
              </a:spcBef>
              <a:buClr>
                <a:srgbClr val="FFFFFF"/>
              </a:buClr>
              <a:buSzPct val="45000"/>
              <a:buFont typeface="Wingdings" charset="2"/>
              <a:buChar char=""/>
              <a:defRPr lang="en-US" sz="1800" b="0" u="none" strike="noStrike">
                <a:solidFill>
                  <a:srgbClr val="FFFFFF"/>
                </a:solidFill>
                <a:effectLst/>
                <a:uFillTx/>
                <a:latin typeface="Arial"/>
              </a:defRPr>
            </a:lvl3pPr>
            <a:lvl4pPr lvl="3" algn="l">
              <a:spcBef>
                <a:spcPts val="567"/>
              </a:spcBef>
              <a:buClr>
                <a:srgbClr val="FFFFFF"/>
              </a:buClr>
              <a:buSzPct val="75000"/>
              <a:buFont typeface="Symbol" charset="2"/>
              <a:buChar char=""/>
              <a:defRPr lang="en-US" sz="1500" b="0" u="none" strike="noStrike">
                <a:solidFill>
                  <a:srgbClr val="FFFFFF"/>
                </a:solidFill>
                <a:effectLst/>
                <a:uFillTx/>
                <a:latin typeface="Arial"/>
              </a:defRPr>
            </a:lvl4pPr>
            <a:lvl5pPr lvl="4" algn="l">
              <a:spcBef>
                <a:spcPts val="283"/>
              </a:spcBef>
              <a:buClr>
                <a:srgbClr val="FFFFFF"/>
              </a:buClr>
              <a:buSzPct val="45000"/>
              <a:buFont typeface="Wingdings" charset="2"/>
              <a:buChar char=""/>
              <a:defRPr lang="en-US" sz="1500" b="0" u="none" strike="noStrike">
                <a:solidFill>
                  <a:srgbClr val="FFFFFF"/>
                </a:solidFill>
                <a:effectLst/>
                <a:uFillTx/>
                <a:latin typeface="Arial"/>
              </a:defRPr>
            </a:lvl5pPr>
            <a:lvl6pPr lvl="5" algn="l">
              <a:spcBef>
                <a:spcPts val="283"/>
              </a:spcBef>
              <a:buClr>
                <a:srgbClr val="FFFFFF"/>
              </a:buClr>
              <a:buSzPct val="45000"/>
              <a:buFont typeface="Wingdings" charset="2"/>
              <a:buChar char=""/>
              <a:defRPr lang="en-US" sz="1500" b="0" u="none" strike="noStrike">
                <a:solidFill>
                  <a:srgbClr val="FFFFFF"/>
                </a:solidFill>
                <a:effectLst/>
                <a:uFillTx/>
                <a:latin typeface="Arial"/>
              </a:defRPr>
            </a:lvl6pPr>
            <a:lvl7pPr lvl="6" algn="l">
              <a:spcBef>
                <a:spcPts val="283"/>
              </a:spcBef>
              <a:buClr>
                <a:srgbClr val="FFFFFF"/>
              </a:buClr>
              <a:buSzPct val="45000"/>
              <a:buFont typeface="Wingdings" charset="2"/>
              <a:buChar char=""/>
              <a:defRPr lang="en-US" sz="1500" b="0" u="none" strike="noStrike">
                <a:solidFill>
                  <a:srgbClr val="FFFFFF"/>
                </a:solidFill>
                <a:effectLst/>
                <a:uFillTx/>
                <a:latin typeface="Arial"/>
              </a:defRPr>
            </a:lvl7pPr>
          </a:lstStyle>
          <a:p>
            <a:pPr marL="432000" indent="-324000" algn="l">
              <a:spcBef>
                <a:spcPts val="1414"/>
              </a:spcBef>
              <a:buClr>
                <a:srgbClr val="FFFFFF"/>
              </a:buClr>
              <a:buSzPct val="45000"/>
              <a:buFont typeface="Wingdings" charset="2"/>
              <a:buChar char=""/>
            </a:pPr>
            <a:r>
              <a:rPr lang="en-US" sz="3200" b="0" u="none" strike="noStrike">
                <a:solidFill>
                  <a:srgbClr val="FFFFFF"/>
                </a:solidFill>
                <a:effectLst/>
                <a:uFillTx/>
                <a:latin typeface="Arial"/>
              </a:rPr>
              <a:t>Click to edit the outline text format</a:t>
            </a:r>
            <a:endParaRPr lang="en-US" sz="3200" b="0" u="none" strike="noStrike">
              <a:solidFill>
                <a:srgbClr val="FFFFFF"/>
              </a:solidFill>
              <a:effectLst/>
              <a:uFillTx/>
              <a:latin typeface="Arial"/>
            </a:endParaRPr>
          </a:p>
          <a:p>
            <a:pPr marL="864000" lvl="1" indent="-324000" algn="l">
              <a:spcBef>
                <a:spcPts val="1134"/>
              </a:spcBef>
              <a:buClr>
                <a:srgbClr val="FFFFFF"/>
              </a:buClr>
              <a:buSzPct val="75000"/>
              <a:buFont typeface="Symbol" charset="2"/>
              <a:buChar char=""/>
            </a:pPr>
            <a:r>
              <a:rPr lang="en-US" sz="2400" b="0" u="none" strike="noStrike">
                <a:solidFill>
                  <a:srgbClr val="FFFFFF"/>
                </a:solidFill>
                <a:effectLst/>
                <a:uFillTx/>
                <a:latin typeface="Arial"/>
              </a:rPr>
              <a:t>Second Outline Level</a:t>
            </a:r>
            <a:endParaRPr lang="en-US" sz="2400" b="0" u="none" strike="noStrike">
              <a:solidFill>
                <a:srgbClr val="FFFFFF"/>
              </a:solidFill>
              <a:effectLst/>
              <a:uFillTx/>
              <a:latin typeface="Arial"/>
            </a:endParaRPr>
          </a:p>
          <a:p>
            <a:pPr marL="1296000" lvl="2" indent="-288000" algn="l">
              <a:spcBef>
                <a:spcPts val="850"/>
              </a:spcBef>
              <a:buClr>
                <a:srgbClr val="FFFFFF"/>
              </a:buClr>
              <a:buSzPct val="45000"/>
              <a:buFont typeface="Wingdings" charset="2"/>
              <a:buChar char=""/>
            </a:pPr>
            <a:r>
              <a:rPr lang="en-US" sz="1800" b="0" u="none" strike="noStrike">
                <a:solidFill>
                  <a:srgbClr val="FFFFFF"/>
                </a:solidFill>
                <a:effectLst/>
                <a:uFillTx/>
                <a:latin typeface="Arial"/>
              </a:rPr>
              <a:t>Third Outline Level</a:t>
            </a:r>
            <a:endParaRPr lang="en-US" sz="1800" b="0" u="none" strike="noStrike">
              <a:solidFill>
                <a:srgbClr val="FFFFFF"/>
              </a:solidFill>
              <a:effectLst/>
              <a:uFillTx/>
              <a:latin typeface="Arial"/>
            </a:endParaRPr>
          </a:p>
          <a:p>
            <a:pPr marL="1728000" lvl="3" indent="-216000" algn="l">
              <a:spcBef>
                <a:spcPts val="567"/>
              </a:spcBef>
              <a:buClr>
                <a:srgbClr val="FFFFFF"/>
              </a:buClr>
              <a:buSzPct val="75000"/>
              <a:buFont typeface="Symbol" charset="2"/>
              <a:buChar char=""/>
            </a:pPr>
            <a:r>
              <a:rPr lang="en-US" sz="1500" b="0" u="none" strike="noStrike">
                <a:solidFill>
                  <a:srgbClr val="FFFFFF"/>
                </a:solidFill>
                <a:effectLst/>
                <a:uFillTx/>
                <a:latin typeface="Arial"/>
              </a:rPr>
              <a:t>Fourth Outline Level</a:t>
            </a:r>
            <a:endParaRPr lang="en-US" sz="1500" b="0" u="none" strike="noStrike">
              <a:solidFill>
                <a:srgbClr val="FFFFFF"/>
              </a:solidFill>
              <a:effectLst/>
              <a:uFillTx/>
              <a:latin typeface="Arial"/>
            </a:endParaRPr>
          </a:p>
          <a:p>
            <a:pPr marL="2160000" lvl="4" indent="-216000" algn="l">
              <a:spcBef>
                <a:spcPts val="283"/>
              </a:spcBef>
              <a:buClr>
                <a:srgbClr val="FFFFFF"/>
              </a:buClr>
              <a:buSzPct val="45000"/>
              <a:buFont typeface="Wingdings" charset="2"/>
              <a:buChar char=""/>
            </a:pPr>
            <a:r>
              <a:rPr lang="en-US" sz="1500" b="0" u="none" strike="noStrike">
                <a:solidFill>
                  <a:srgbClr val="FFFFFF"/>
                </a:solidFill>
                <a:effectLst/>
                <a:uFillTx/>
                <a:latin typeface="Arial"/>
              </a:rPr>
              <a:t>Fifth Outline Level</a:t>
            </a:r>
            <a:endParaRPr lang="en-US" sz="1500" b="0" u="none" strike="noStrike">
              <a:solidFill>
                <a:srgbClr val="FFFFFF"/>
              </a:solidFill>
              <a:effectLst/>
              <a:uFillTx/>
              <a:latin typeface="Arial"/>
            </a:endParaRPr>
          </a:p>
          <a:p>
            <a:pPr marL="2592000" lvl="5" indent="-216000" algn="l">
              <a:spcBef>
                <a:spcPts val="283"/>
              </a:spcBef>
              <a:buClr>
                <a:srgbClr val="FFFFFF"/>
              </a:buClr>
              <a:buSzPct val="45000"/>
              <a:buFont typeface="Wingdings" charset="2"/>
              <a:buChar char=""/>
            </a:pPr>
            <a:r>
              <a:rPr lang="en-US" sz="1500" b="0" u="none" strike="noStrike">
                <a:solidFill>
                  <a:srgbClr val="FFFFFF"/>
                </a:solidFill>
                <a:effectLst/>
                <a:uFillTx/>
                <a:latin typeface="Arial"/>
              </a:rPr>
              <a:t>Sixth Outline Level</a:t>
            </a:r>
            <a:endParaRPr lang="en-US" sz="1500" b="0" u="none" strike="noStrike">
              <a:solidFill>
                <a:srgbClr val="FFFFFF"/>
              </a:solidFill>
              <a:effectLst/>
              <a:uFillTx/>
              <a:latin typeface="Arial"/>
            </a:endParaRPr>
          </a:p>
          <a:p>
            <a:pPr marL="3024000" lvl="6" indent="-216000" algn="l">
              <a:spcBef>
                <a:spcPts val="283"/>
              </a:spcBef>
              <a:buClr>
                <a:srgbClr val="FFFFFF"/>
              </a:buClr>
              <a:buSzPct val="45000"/>
              <a:buFont typeface="Wingdings" charset="2"/>
              <a:buChar char=""/>
            </a:pPr>
            <a:r>
              <a:rPr lang="en-US" sz="1500" b="0" u="none" strike="noStrike">
                <a:solidFill>
                  <a:srgbClr val="FFFFFF"/>
                </a:solidFill>
                <a:effectLst/>
                <a:uFillTx/>
                <a:latin typeface="Arial"/>
              </a:rPr>
              <a:t>Seventh Outline Level</a:t>
            </a:r>
            <a:endParaRPr lang="en-US" sz="1500" b="0" u="none" strike="noStrike">
              <a:solidFill>
                <a:srgbClr val="FFFFFF"/>
              </a:solidFill>
              <a:effectLst/>
              <a:uFillTx/>
              <a:latin typeface="Arial"/>
            </a:endParaRPr>
          </a:p>
        </p:txBody>
      </p:sp>
      <p:sp>
        <p:nvSpPr>
          <p:cNvPr id="5" name="PlaceHolder 3"/>
          <p:cNvSpPr>
            <a:spLocks noGrp="1"/>
          </p:cNvSpPr>
          <p:nvPr>
            <p:ph type="dt" idx="1"/>
          </p:nvPr>
        </p:nvSpPr>
        <p:spPr>
          <a:xfrm>
            <a:off x="504000" y="5164920"/>
            <a:ext cx="2348280" cy="390600"/>
          </a:xfrm>
          <a:prstGeom prst="rect">
            <a:avLst/>
          </a:prstGeom>
          <a:noFill/>
          <a:ln w="0">
            <a:noFill/>
          </a:ln>
        </p:spPr>
        <p:txBody>
          <a:bodyPr lIns="0" tIns="0" rIns="0" bIns="0" anchor="t">
            <a:noAutofit/>
          </a:bodyPr>
          <a:lstStyle>
            <a:lvl1pPr indent="0" algn="l">
              <a:buNone/>
              <a:defRPr lang="en-US" sz="1400" b="0" u="none" strike="noStrike">
                <a:solidFill>
                  <a:srgbClr val="FFFFFF"/>
                </a:solidFill>
                <a:effectLst/>
                <a:uFillTx/>
                <a:latin typeface="Arial"/>
              </a:defRPr>
            </a:lvl1pPr>
          </a:lstStyle>
          <a:p>
            <a:pPr indent="0" algn="l">
              <a:buNone/>
            </a:pPr>
            <a:r>
              <a:rPr lang="en-US" sz="1400" b="0" u="none" strike="noStrike">
                <a:solidFill>
                  <a:srgbClr val="FFFFFF"/>
                </a:solidFill>
                <a:effectLst/>
                <a:uFillTx/>
                <a:latin typeface="Arial"/>
              </a:rPr>
              <a:t>&lt;date/time&gt;</a:t>
            </a:r>
            <a:endParaRPr lang="en-US" sz="1400" b="0" u="none" strike="noStrike">
              <a:solidFill>
                <a:srgbClr val="FFFFFF"/>
              </a:solidFill>
              <a:effectLst/>
              <a:uFillTx/>
              <a:latin typeface="Arial"/>
            </a:endParaRPr>
          </a:p>
        </p:txBody>
      </p:sp>
      <p:sp>
        <p:nvSpPr>
          <p:cNvPr id="6" name="PlaceHolder 4"/>
          <p:cNvSpPr>
            <a:spLocks noGrp="1"/>
          </p:cNvSpPr>
          <p:nvPr>
            <p:ph type="ftr" idx="2"/>
          </p:nvPr>
        </p:nvSpPr>
        <p:spPr>
          <a:xfrm>
            <a:off x="3447360" y="5164920"/>
            <a:ext cx="3195000" cy="390600"/>
          </a:xfrm>
          <a:prstGeom prst="rect">
            <a:avLst/>
          </a:prstGeom>
          <a:noFill/>
          <a:ln w="0">
            <a:noFill/>
          </a:ln>
        </p:spPr>
        <p:txBody>
          <a:bodyPr lIns="0" tIns="0" rIns="0" bIns="0" anchor="t">
            <a:noAutofit/>
          </a:bodyPr>
          <a:lstStyle>
            <a:lvl1pPr indent="0" algn="ctr">
              <a:buNone/>
              <a:defRPr lang="en-US" sz="1400" b="0" u="none" strike="noStrike">
                <a:solidFill>
                  <a:srgbClr val="FFFFFF"/>
                </a:solidFill>
                <a:effectLst/>
                <a:uFillTx/>
                <a:latin typeface="Arial"/>
              </a:defRPr>
            </a:lvl1pPr>
          </a:lstStyle>
          <a:p>
            <a:pPr indent="0" algn="ctr">
              <a:buNone/>
            </a:pPr>
            <a:r>
              <a:rPr lang="en-US" sz="1400" b="0" u="none" strike="noStrike">
                <a:solidFill>
                  <a:srgbClr val="FFFFFF"/>
                </a:solidFill>
                <a:effectLst/>
                <a:uFillTx/>
                <a:latin typeface="Arial"/>
              </a:rPr>
              <a:t>&lt;footer&gt;</a:t>
            </a:r>
            <a:endParaRPr lang="en-US" sz="1400" b="0" u="none" strike="noStrike">
              <a:solidFill>
                <a:srgbClr val="FFFFFF"/>
              </a:solidFill>
              <a:effectLst/>
              <a:uFillTx/>
              <a:latin typeface="Arial"/>
            </a:endParaRPr>
          </a:p>
        </p:txBody>
      </p:sp>
      <p:sp>
        <p:nvSpPr>
          <p:cNvPr id="7" name="PlaceHolder 5"/>
          <p:cNvSpPr>
            <a:spLocks noGrp="1"/>
          </p:cNvSpPr>
          <p:nvPr>
            <p:ph type="sldNum" idx="3"/>
          </p:nvPr>
        </p:nvSpPr>
        <p:spPr>
          <a:xfrm>
            <a:off x="7227360" y="5164920"/>
            <a:ext cx="2348280" cy="390600"/>
          </a:xfrm>
          <a:prstGeom prst="rect">
            <a:avLst/>
          </a:prstGeom>
          <a:noFill/>
          <a:ln w="0">
            <a:noFill/>
          </a:ln>
        </p:spPr>
        <p:txBody>
          <a:bodyPr lIns="0" tIns="0" rIns="0" bIns="0" anchor="t">
            <a:noAutofit/>
          </a:bodyPr>
          <a:lstStyle>
            <a:lvl1pPr indent="0" algn="r">
              <a:buNone/>
              <a:defRPr lang="en-US" sz="1400" b="0" u="none" strike="noStrike">
                <a:solidFill>
                  <a:srgbClr val="FFFFFF"/>
                </a:solidFill>
                <a:effectLst/>
                <a:uFillTx/>
                <a:latin typeface="Arial"/>
              </a:defRPr>
            </a:lvl1pPr>
          </a:lstStyle>
          <a:p>
            <a:pPr indent="0" algn="r">
              <a:buNone/>
            </a:pPr>
            <a:fld id="{82367243-A4CD-4AEF-8669-EC71E9DCCA5D}" type="slidenum">
              <a:rPr lang="en-US" sz="1400" b="0" u="none" strike="noStrike">
                <a:solidFill>
                  <a:srgbClr val="FFFFFF"/>
                </a:solidFill>
                <a:effectLst/>
                <a:uFillTx/>
                <a:latin typeface="Arial"/>
              </a:rPr>
              <a:t>&lt;number&gt;</a:t>
            </a:fld>
            <a:endParaRPr lang="en-US" sz="1400" b="0" u="none" strike="noStrike">
              <a:solidFill>
                <a:srgbClr val="FFFFFF"/>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Blueprint Plans">
    <p:spTree>
      <p:nvGrpSpPr>
        <p:cNvPr id="1" name=""/>
        <p:cNvGrpSpPr/>
        <p:nvPr/>
      </p:nvGrpSpPr>
      <p:grpSpPr>
        <a:xfrm>
          <a:off x="0" y="0"/>
          <a:ext cx="0" cy="0"/>
          <a:chOff x="0" y="0"/>
          <a:chExt cx="0" cy="0"/>
        </a:xfrm>
      </p:grpSpPr>
      <p:pic>
        <p:nvPicPr>
          <p:cNvPr id="8" name=""/>
          <p:cNvPicPr/>
          <p:nvPr/>
        </p:nvPicPr>
        <p:blipFill>
          <a:blip r:embed="rId2">
            <a:extLst>
              <a:ext uri="{96DAC541-7B7A-43D3-8B79-37D633B846F1}">
                <asvg:svgBlip xmlns:asvg="http://schemas.microsoft.com/office/drawing/2016/SVG/main" r:embed="rId3"/>
              </a:ext>
            </a:extLst>
          </a:blip>
          <a:stretch/>
        </p:blipFill>
        <p:spPr>
          <a:xfrm>
            <a:off x="0" y="0"/>
            <a:ext cx="10080000" cy="5670000"/>
          </a:xfrm>
          <a:prstGeom prst="rect">
            <a:avLst/>
          </a:prstGeom>
          <a:noFill/>
          <a:ln w="18000">
            <a:noFill/>
          </a:ln>
        </p:spPr>
      </p:pic>
      <p:sp>
        <p:nvSpPr>
          <p:cNvPr id="9" name="PlaceHolder 1"/>
          <p:cNvSpPr>
            <a:spLocks noGrp="1"/>
          </p:cNvSpPr>
          <p:nvPr>
            <p:ph type="title"/>
          </p:nvPr>
        </p:nvSpPr>
        <p:spPr>
          <a:xfrm>
            <a:off x="504000" y="810000"/>
            <a:ext cx="9072000" cy="1296000"/>
          </a:xfrm>
          <a:prstGeom prst="rect">
            <a:avLst/>
          </a:prstGeom>
          <a:noFill/>
          <a:ln w="0">
            <a:noFill/>
          </a:ln>
        </p:spPr>
        <p:txBody>
          <a:bodyPr lIns="0" tIns="0" rIns="0" bIns="0" anchor="ctr">
            <a:noAutofit/>
          </a:bodyPr>
          <a:lstStyle>
            <a:lvl1pPr indent="0" algn="ctr">
              <a:buNone/>
              <a:defRPr lang="en-US" sz="4400" b="0" u="none" strike="noStrike">
                <a:solidFill>
                  <a:srgbClr val="FFFFFF"/>
                </a:solidFill>
                <a:effectLst/>
                <a:uFillTx/>
                <a:latin typeface="Arial"/>
              </a:defRPr>
            </a:lvl1pPr>
          </a:lstStyle>
          <a:p>
            <a:pPr indent="0" algn="ctr">
              <a:buNone/>
            </a:pPr>
            <a:r>
              <a:rPr lang="en-US" sz="4400" b="0" u="none" strike="noStrike">
                <a:solidFill>
                  <a:srgbClr val="FFFFFF"/>
                </a:solidFill>
                <a:effectLst/>
                <a:uFillTx/>
                <a:latin typeface="Arial"/>
              </a:rPr>
              <a:t>Click to edit the title text format</a:t>
            </a:r>
            <a:endParaRPr lang="en-US" sz="4400" b="0" u="none" strike="noStrike">
              <a:solidFill>
                <a:srgbClr val="FFFFFF"/>
              </a:solidFill>
              <a:effectLst/>
              <a:uFillTx/>
              <a:latin typeface="Arial"/>
            </a:endParaRPr>
          </a:p>
        </p:txBody>
      </p:sp>
      <p:sp>
        <p:nvSpPr>
          <p:cNvPr id="10" name="PlaceHolder 2"/>
          <p:cNvSpPr>
            <a:spLocks noGrp="1"/>
          </p:cNvSpPr>
          <p:nvPr>
            <p:ph type="body"/>
          </p:nvPr>
        </p:nvSpPr>
        <p:spPr>
          <a:xfrm>
            <a:off x="504000" y="2376000"/>
            <a:ext cx="9072000" cy="2754000"/>
          </a:xfrm>
          <a:prstGeom prst="rect">
            <a:avLst/>
          </a:prstGeom>
          <a:noFill/>
          <a:ln w="0">
            <a:noFill/>
          </a:ln>
        </p:spPr>
        <p:txBody>
          <a:bodyPr lIns="0" tIns="0" rIns="0" bIns="0" anchor="t">
            <a:normAutofit/>
          </a:bodyPr>
          <a:lstStyle>
            <a:lvl1pPr algn="l">
              <a:spcBef>
                <a:spcPts val="1414"/>
              </a:spcBef>
              <a:buClr>
                <a:srgbClr val="FFFFFF"/>
              </a:buClr>
              <a:buSzPct val="45000"/>
              <a:buFont typeface="Wingdings" charset="2"/>
              <a:buChar char=""/>
              <a:defRPr lang="en-US" sz="3200" b="0" u="none" strike="noStrike">
                <a:solidFill>
                  <a:srgbClr val="FFFFFF"/>
                </a:solidFill>
                <a:effectLst/>
                <a:uFillTx/>
                <a:latin typeface="Arial"/>
              </a:defRPr>
            </a:lvl1pPr>
            <a:lvl2pPr lvl="1" algn="l">
              <a:spcBef>
                <a:spcPts val="1134"/>
              </a:spcBef>
              <a:buClr>
                <a:srgbClr val="FFFFFF"/>
              </a:buClr>
              <a:buSzPct val="75000"/>
              <a:buFont typeface="Symbol" charset="2"/>
              <a:buChar char=""/>
              <a:defRPr lang="en-US" sz="2400" b="0" u="none" strike="noStrike">
                <a:solidFill>
                  <a:srgbClr val="FFFFFF"/>
                </a:solidFill>
                <a:effectLst/>
                <a:uFillTx/>
                <a:latin typeface="Arial"/>
              </a:defRPr>
            </a:lvl2pPr>
            <a:lvl3pPr lvl="2" algn="l">
              <a:spcBef>
                <a:spcPts val="850"/>
              </a:spcBef>
              <a:buClr>
                <a:srgbClr val="FFFFFF"/>
              </a:buClr>
              <a:buSzPct val="45000"/>
              <a:buFont typeface="Wingdings" charset="2"/>
              <a:buChar char=""/>
              <a:defRPr lang="en-US" sz="1800" b="0" u="none" strike="noStrike">
                <a:solidFill>
                  <a:srgbClr val="FFFFFF"/>
                </a:solidFill>
                <a:effectLst/>
                <a:uFillTx/>
                <a:latin typeface="Arial"/>
              </a:defRPr>
            </a:lvl3pPr>
            <a:lvl4pPr lvl="3" algn="l">
              <a:spcBef>
                <a:spcPts val="567"/>
              </a:spcBef>
              <a:buClr>
                <a:srgbClr val="FFFFFF"/>
              </a:buClr>
              <a:buSzPct val="75000"/>
              <a:buFont typeface="Symbol" charset="2"/>
              <a:buChar char=""/>
              <a:defRPr lang="en-US" sz="1500" b="0" u="none" strike="noStrike">
                <a:solidFill>
                  <a:srgbClr val="FFFFFF"/>
                </a:solidFill>
                <a:effectLst/>
                <a:uFillTx/>
                <a:latin typeface="Arial"/>
              </a:defRPr>
            </a:lvl4pPr>
            <a:lvl5pPr lvl="4" algn="l">
              <a:spcBef>
                <a:spcPts val="283"/>
              </a:spcBef>
              <a:buClr>
                <a:srgbClr val="FFFFFF"/>
              </a:buClr>
              <a:buSzPct val="45000"/>
              <a:buFont typeface="Wingdings" charset="2"/>
              <a:buChar char=""/>
              <a:defRPr lang="en-US" sz="1500" b="0" u="none" strike="noStrike">
                <a:solidFill>
                  <a:srgbClr val="FFFFFF"/>
                </a:solidFill>
                <a:effectLst/>
                <a:uFillTx/>
                <a:latin typeface="Arial"/>
              </a:defRPr>
            </a:lvl5pPr>
            <a:lvl6pPr lvl="5" algn="l">
              <a:spcBef>
                <a:spcPts val="283"/>
              </a:spcBef>
              <a:buClr>
                <a:srgbClr val="FFFFFF"/>
              </a:buClr>
              <a:buSzPct val="45000"/>
              <a:buFont typeface="Wingdings" charset="2"/>
              <a:buChar char=""/>
              <a:defRPr lang="en-US" sz="1500" b="0" u="none" strike="noStrike">
                <a:solidFill>
                  <a:srgbClr val="FFFFFF"/>
                </a:solidFill>
                <a:effectLst/>
                <a:uFillTx/>
                <a:latin typeface="Arial"/>
              </a:defRPr>
            </a:lvl6pPr>
            <a:lvl7pPr lvl="6" algn="l">
              <a:spcBef>
                <a:spcPts val="283"/>
              </a:spcBef>
              <a:buClr>
                <a:srgbClr val="FFFFFF"/>
              </a:buClr>
              <a:buSzPct val="45000"/>
              <a:buFont typeface="Wingdings" charset="2"/>
              <a:buChar char=""/>
              <a:defRPr lang="en-US" sz="1500" b="0" u="none" strike="noStrike">
                <a:solidFill>
                  <a:srgbClr val="FFFFFF"/>
                </a:solidFill>
                <a:effectLst/>
                <a:uFillTx/>
                <a:latin typeface="Arial"/>
              </a:defRPr>
            </a:lvl7pPr>
          </a:lstStyle>
          <a:p>
            <a:pPr marL="432000" indent="-324000" algn="l">
              <a:spcBef>
                <a:spcPts val="1414"/>
              </a:spcBef>
              <a:buClr>
                <a:srgbClr val="FFFFFF"/>
              </a:buClr>
              <a:buSzPct val="45000"/>
              <a:buFont typeface="Wingdings" charset="2"/>
              <a:buChar char=""/>
            </a:pPr>
            <a:r>
              <a:rPr lang="en-US" sz="3200" b="0" u="none" strike="noStrike">
                <a:solidFill>
                  <a:srgbClr val="FFFFFF"/>
                </a:solidFill>
                <a:effectLst/>
                <a:uFillTx/>
                <a:latin typeface="Arial"/>
              </a:rPr>
              <a:t>Click to edit the outline text format</a:t>
            </a:r>
            <a:endParaRPr lang="en-US" sz="3200" b="0" u="none" strike="noStrike">
              <a:solidFill>
                <a:srgbClr val="FFFFFF"/>
              </a:solidFill>
              <a:effectLst/>
              <a:uFillTx/>
              <a:latin typeface="Arial"/>
            </a:endParaRPr>
          </a:p>
          <a:p>
            <a:pPr marL="864000" lvl="1" indent="-324000" algn="l">
              <a:spcBef>
                <a:spcPts val="1134"/>
              </a:spcBef>
              <a:buClr>
                <a:srgbClr val="FFFFFF"/>
              </a:buClr>
              <a:buSzPct val="75000"/>
              <a:buFont typeface="Symbol" charset="2"/>
              <a:buChar char=""/>
            </a:pPr>
            <a:r>
              <a:rPr lang="en-US" sz="2400" b="0" u="none" strike="noStrike">
                <a:solidFill>
                  <a:srgbClr val="FFFFFF"/>
                </a:solidFill>
                <a:effectLst/>
                <a:uFillTx/>
                <a:latin typeface="Arial"/>
              </a:rPr>
              <a:t>Second Outline Level</a:t>
            </a:r>
            <a:endParaRPr lang="en-US" sz="2400" b="0" u="none" strike="noStrike">
              <a:solidFill>
                <a:srgbClr val="FFFFFF"/>
              </a:solidFill>
              <a:effectLst/>
              <a:uFillTx/>
              <a:latin typeface="Arial"/>
            </a:endParaRPr>
          </a:p>
          <a:p>
            <a:pPr marL="1296000" lvl="2" indent="-288000" algn="l">
              <a:spcBef>
                <a:spcPts val="850"/>
              </a:spcBef>
              <a:buClr>
                <a:srgbClr val="FFFFFF"/>
              </a:buClr>
              <a:buSzPct val="45000"/>
              <a:buFont typeface="Wingdings" charset="2"/>
              <a:buChar char=""/>
            </a:pPr>
            <a:r>
              <a:rPr lang="en-US" sz="1800" b="0" u="none" strike="noStrike">
                <a:solidFill>
                  <a:srgbClr val="FFFFFF"/>
                </a:solidFill>
                <a:effectLst/>
                <a:uFillTx/>
                <a:latin typeface="Arial"/>
              </a:rPr>
              <a:t>Third Outline Level</a:t>
            </a:r>
            <a:endParaRPr lang="en-US" sz="1800" b="0" u="none" strike="noStrike">
              <a:solidFill>
                <a:srgbClr val="FFFFFF"/>
              </a:solidFill>
              <a:effectLst/>
              <a:uFillTx/>
              <a:latin typeface="Arial"/>
            </a:endParaRPr>
          </a:p>
          <a:p>
            <a:pPr marL="1728000" lvl="3" indent="-216000" algn="l">
              <a:spcBef>
                <a:spcPts val="567"/>
              </a:spcBef>
              <a:buClr>
                <a:srgbClr val="FFFFFF"/>
              </a:buClr>
              <a:buSzPct val="75000"/>
              <a:buFont typeface="Symbol" charset="2"/>
              <a:buChar char=""/>
            </a:pPr>
            <a:r>
              <a:rPr lang="en-US" sz="1500" b="0" u="none" strike="noStrike">
                <a:solidFill>
                  <a:srgbClr val="FFFFFF"/>
                </a:solidFill>
                <a:effectLst/>
                <a:uFillTx/>
                <a:latin typeface="Arial"/>
              </a:rPr>
              <a:t>Fourth Outline Level</a:t>
            </a:r>
            <a:endParaRPr lang="en-US" sz="1500" b="0" u="none" strike="noStrike">
              <a:solidFill>
                <a:srgbClr val="FFFFFF"/>
              </a:solidFill>
              <a:effectLst/>
              <a:uFillTx/>
              <a:latin typeface="Arial"/>
            </a:endParaRPr>
          </a:p>
          <a:p>
            <a:pPr marL="2160000" lvl="4" indent="-216000" algn="l">
              <a:spcBef>
                <a:spcPts val="283"/>
              </a:spcBef>
              <a:buClr>
                <a:srgbClr val="FFFFFF"/>
              </a:buClr>
              <a:buSzPct val="45000"/>
              <a:buFont typeface="Wingdings" charset="2"/>
              <a:buChar char=""/>
            </a:pPr>
            <a:r>
              <a:rPr lang="en-US" sz="1500" b="0" u="none" strike="noStrike">
                <a:solidFill>
                  <a:srgbClr val="FFFFFF"/>
                </a:solidFill>
                <a:effectLst/>
                <a:uFillTx/>
                <a:latin typeface="Arial"/>
              </a:rPr>
              <a:t>Fifth Outline Level</a:t>
            </a:r>
            <a:endParaRPr lang="en-US" sz="1500" b="0" u="none" strike="noStrike">
              <a:solidFill>
                <a:srgbClr val="FFFFFF"/>
              </a:solidFill>
              <a:effectLst/>
              <a:uFillTx/>
              <a:latin typeface="Arial"/>
            </a:endParaRPr>
          </a:p>
          <a:p>
            <a:pPr marL="2592000" lvl="5" indent="-216000" algn="l">
              <a:spcBef>
                <a:spcPts val="283"/>
              </a:spcBef>
              <a:buClr>
                <a:srgbClr val="FFFFFF"/>
              </a:buClr>
              <a:buSzPct val="45000"/>
              <a:buFont typeface="Wingdings" charset="2"/>
              <a:buChar char=""/>
            </a:pPr>
            <a:r>
              <a:rPr lang="en-US" sz="1500" b="0" u="none" strike="noStrike">
                <a:solidFill>
                  <a:srgbClr val="FFFFFF"/>
                </a:solidFill>
                <a:effectLst/>
                <a:uFillTx/>
                <a:latin typeface="Arial"/>
              </a:rPr>
              <a:t>Sixth Outline Level</a:t>
            </a:r>
            <a:endParaRPr lang="en-US" sz="1500" b="0" u="none" strike="noStrike">
              <a:solidFill>
                <a:srgbClr val="FFFFFF"/>
              </a:solidFill>
              <a:effectLst/>
              <a:uFillTx/>
              <a:latin typeface="Arial"/>
            </a:endParaRPr>
          </a:p>
          <a:p>
            <a:pPr marL="3024000" lvl="6" indent="-216000" algn="l">
              <a:spcBef>
                <a:spcPts val="283"/>
              </a:spcBef>
              <a:buClr>
                <a:srgbClr val="FFFFFF"/>
              </a:buClr>
              <a:buSzPct val="45000"/>
              <a:buFont typeface="Wingdings" charset="2"/>
              <a:buChar char=""/>
            </a:pPr>
            <a:r>
              <a:rPr lang="en-US" sz="1500" b="0" u="none" strike="noStrike">
                <a:solidFill>
                  <a:srgbClr val="FFFFFF"/>
                </a:solidFill>
                <a:effectLst/>
                <a:uFillTx/>
                <a:latin typeface="Arial"/>
              </a:rPr>
              <a:t>Seventh Outline Level</a:t>
            </a:r>
            <a:endParaRPr lang="en-US" sz="1500" b="0" u="none" strike="noStrike">
              <a:solidFill>
                <a:srgbClr val="FFFFFF"/>
              </a:solidFill>
              <a:effectLst/>
              <a:uFillTx/>
              <a:latin typeface="Arial"/>
            </a:endParaRPr>
          </a:p>
        </p:txBody>
      </p:sp>
      <p:sp>
        <p:nvSpPr>
          <p:cNvPr id="11" name="PlaceHolder 3"/>
          <p:cNvSpPr>
            <a:spLocks noGrp="1"/>
          </p:cNvSpPr>
          <p:nvPr>
            <p:ph type="dt" idx="4"/>
          </p:nvPr>
        </p:nvSpPr>
        <p:spPr>
          <a:xfrm>
            <a:off x="504000" y="5164920"/>
            <a:ext cx="2348280" cy="390600"/>
          </a:xfrm>
          <a:prstGeom prst="rect">
            <a:avLst/>
          </a:prstGeom>
          <a:noFill/>
          <a:ln w="0">
            <a:noFill/>
          </a:ln>
        </p:spPr>
        <p:txBody>
          <a:bodyPr lIns="0" tIns="0" rIns="0" bIns="0" anchor="t">
            <a:noAutofit/>
          </a:bodyPr>
          <a:lstStyle>
            <a:lvl1pPr indent="0" algn="l">
              <a:buNone/>
              <a:defRPr lang="en-US" sz="1400" b="0" u="none" strike="noStrike">
                <a:solidFill>
                  <a:srgbClr val="FFFFFF"/>
                </a:solidFill>
                <a:effectLst/>
                <a:uFillTx/>
                <a:latin typeface="Arial"/>
              </a:defRPr>
            </a:lvl1pPr>
          </a:lstStyle>
          <a:p>
            <a:pPr indent="0" algn="l">
              <a:buNone/>
            </a:pPr>
            <a:r>
              <a:rPr lang="en-US" sz="1400" b="0" u="none" strike="noStrike">
                <a:solidFill>
                  <a:srgbClr val="FFFFFF"/>
                </a:solidFill>
                <a:effectLst/>
                <a:uFillTx/>
                <a:latin typeface="Arial"/>
              </a:rPr>
              <a:t>&lt;date/time&gt;</a:t>
            </a:r>
            <a:endParaRPr lang="en-US" sz="1400" b="0" u="none" strike="noStrike">
              <a:solidFill>
                <a:srgbClr val="FFFFFF"/>
              </a:solidFill>
              <a:effectLst/>
              <a:uFillTx/>
              <a:latin typeface="Arial"/>
            </a:endParaRPr>
          </a:p>
        </p:txBody>
      </p:sp>
      <p:sp>
        <p:nvSpPr>
          <p:cNvPr id="12" name="PlaceHolder 4"/>
          <p:cNvSpPr>
            <a:spLocks noGrp="1"/>
          </p:cNvSpPr>
          <p:nvPr>
            <p:ph type="ftr" idx="5"/>
          </p:nvPr>
        </p:nvSpPr>
        <p:spPr>
          <a:xfrm>
            <a:off x="3447360" y="5164920"/>
            <a:ext cx="3195000" cy="390600"/>
          </a:xfrm>
          <a:prstGeom prst="rect">
            <a:avLst/>
          </a:prstGeom>
          <a:noFill/>
          <a:ln w="0">
            <a:noFill/>
          </a:ln>
        </p:spPr>
        <p:txBody>
          <a:bodyPr lIns="0" tIns="0" rIns="0" bIns="0" anchor="t">
            <a:noAutofit/>
          </a:bodyPr>
          <a:lstStyle>
            <a:lvl1pPr indent="0" algn="ctr">
              <a:buNone/>
              <a:defRPr lang="en-US" sz="1400" b="0" u="none" strike="noStrike">
                <a:solidFill>
                  <a:srgbClr val="FFFFFF"/>
                </a:solidFill>
                <a:effectLst/>
                <a:uFillTx/>
                <a:latin typeface="Arial"/>
              </a:defRPr>
            </a:lvl1pPr>
          </a:lstStyle>
          <a:p>
            <a:pPr indent="0" algn="ctr">
              <a:buNone/>
            </a:pPr>
            <a:r>
              <a:rPr lang="en-US" sz="1400" b="0" u="none" strike="noStrike">
                <a:solidFill>
                  <a:srgbClr val="FFFFFF"/>
                </a:solidFill>
                <a:effectLst/>
                <a:uFillTx/>
                <a:latin typeface="Arial"/>
              </a:rPr>
              <a:t>&lt;footer&gt;</a:t>
            </a:r>
            <a:endParaRPr lang="en-US" sz="1400" b="0" u="none" strike="noStrike">
              <a:solidFill>
                <a:srgbClr val="FFFFFF"/>
              </a:solidFill>
              <a:effectLst/>
              <a:uFillTx/>
              <a:latin typeface="Arial"/>
            </a:endParaRPr>
          </a:p>
        </p:txBody>
      </p:sp>
      <p:sp>
        <p:nvSpPr>
          <p:cNvPr id="13" name="PlaceHolder 5"/>
          <p:cNvSpPr>
            <a:spLocks noGrp="1"/>
          </p:cNvSpPr>
          <p:nvPr>
            <p:ph type="sldNum" idx="6"/>
          </p:nvPr>
        </p:nvSpPr>
        <p:spPr>
          <a:xfrm>
            <a:off x="7227360" y="5164920"/>
            <a:ext cx="2348280" cy="390600"/>
          </a:xfrm>
          <a:prstGeom prst="rect">
            <a:avLst/>
          </a:prstGeom>
          <a:noFill/>
          <a:ln w="0">
            <a:noFill/>
          </a:ln>
        </p:spPr>
        <p:txBody>
          <a:bodyPr lIns="0" tIns="0" rIns="0" bIns="0" anchor="t">
            <a:noAutofit/>
          </a:bodyPr>
          <a:lstStyle>
            <a:lvl1pPr indent="0" algn="r">
              <a:buNone/>
              <a:defRPr lang="en-US" sz="1400" b="0" u="none" strike="noStrike">
                <a:solidFill>
                  <a:srgbClr val="FFFFFF"/>
                </a:solidFill>
                <a:effectLst/>
                <a:uFillTx/>
                <a:latin typeface="Arial"/>
              </a:defRPr>
            </a:lvl1pPr>
          </a:lstStyle>
          <a:p>
            <a:pPr indent="0" algn="r">
              <a:buNone/>
            </a:pPr>
            <a:fld id="{90ED4C0A-2B89-44DF-BD17-3BEC47D2D150}" type="slidenum">
              <a:rPr lang="en-US" sz="1400" b="0" u="none" strike="noStrike">
                <a:solidFill>
                  <a:srgbClr val="FFFFFF"/>
                </a:solidFill>
                <a:effectLst/>
                <a:uFillTx/>
                <a:latin typeface="Arial"/>
              </a:rPr>
              <a:t>&lt;number&gt;</a:t>
            </a:fld>
            <a:endParaRPr lang="en-US" sz="1400" b="0" u="none" strike="noStrike">
              <a:solidFill>
                <a:srgbClr val="FFFFFF"/>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Standard">
    <p:spTree>
      <p:nvGrpSpPr>
        <p:cNvPr id="1" name=""/>
        <p:cNvGrpSpPr/>
        <p:nvPr/>
      </p:nvGrpSpPr>
      <p:grpSpPr>
        <a:xfrm>
          <a:off x="0" y="0"/>
          <a:ext cx="0" cy="0"/>
          <a:chOff x="0" y="0"/>
          <a:chExt cx="0" cy="0"/>
        </a:xfrm>
      </p:grpSpPr>
      <p:pic>
        <p:nvPicPr>
          <p:cNvPr id="14" name=""/>
          <p:cNvPicPr/>
          <p:nvPr/>
        </p:nvPicPr>
        <p:blipFill>
          <a:blip r:embed="rId2">
            <a:extLst>
              <a:ext uri="{96DAC541-7B7A-43D3-8B79-37D633B846F1}">
                <asvg:svgBlip xmlns:asvg="http://schemas.microsoft.com/office/drawing/2016/SVG/main" r:embed="rId3"/>
              </a:ext>
            </a:extLst>
          </a:blip>
          <a:stretch/>
        </p:blipFill>
        <p:spPr>
          <a:xfrm>
            <a:off x="0" y="0"/>
            <a:ext cx="10080000" cy="5670000"/>
          </a:xfrm>
          <a:prstGeom prst="rect">
            <a:avLst/>
          </a:prstGeom>
          <a:noFill/>
          <a:ln w="18000">
            <a:noFill/>
          </a:ln>
        </p:spPr>
      </p:pic>
      <p:sp>
        <p:nvSpPr>
          <p:cNvPr id="15" name="PlaceHolder 1"/>
          <p:cNvSpPr>
            <a:spLocks noGrp="1"/>
          </p:cNvSpPr>
          <p:nvPr>
            <p:ph type="title"/>
          </p:nvPr>
        </p:nvSpPr>
        <p:spPr>
          <a:xfrm>
            <a:off x="504000" y="225720"/>
            <a:ext cx="9072000" cy="946800"/>
          </a:xfrm>
          <a:prstGeom prst="rect">
            <a:avLst/>
          </a:prstGeom>
          <a:noFill/>
          <a:ln w="0">
            <a:noFill/>
          </a:ln>
        </p:spPr>
        <p:txBody>
          <a:bodyPr lIns="0" tIns="0" rIns="0" bIns="0" anchor="ctr">
            <a:noAutofit/>
          </a:bodyPr>
          <a:lstStyle>
            <a:lvl1pPr indent="0" algn="ctr">
              <a:buNone/>
              <a:defRPr lang="en-US" sz="3300" b="0" u="none" strike="noStrike">
                <a:solidFill>
                  <a:srgbClr val="000000"/>
                </a:solidFill>
                <a:effectLst/>
                <a:uFillTx/>
                <a:latin typeface="Arial"/>
              </a:defRPr>
            </a:lvl1pPr>
          </a:lstStyle>
          <a:p>
            <a:pPr indent="0" algn="ctr">
              <a:buNone/>
            </a:pPr>
            <a:r>
              <a:rPr lang="en-US" sz="3300" b="0" u="none" strike="noStrike">
                <a:solidFill>
                  <a:srgbClr val="000000"/>
                </a:solidFill>
                <a:effectLst/>
                <a:uFillTx/>
                <a:latin typeface="Arial"/>
              </a:rPr>
              <a:t>Click to edit the title text format</a:t>
            </a:r>
            <a:endParaRPr lang="en-US" sz="3300" b="0" u="none" strike="noStrike">
              <a:solidFill>
                <a:srgbClr val="000000"/>
              </a:solidFill>
              <a:effectLst/>
              <a:uFillTx/>
              <a:latin typeface="Arial"/>
            </a:endParaRPr>
          </a:p>
        </p:txBody>
      </p:sp>
      <p:sp>
        <p:nvSpPr>
          <p:cNvPr id="16" name="PlaceHolder 2"/>
          <p:cNvSpPr>
            <a:spLocks noGrp="1"/>
          </p:cNvSpPr>
          <p:nvPr>
            <p:ph type="body"/>
          </p:nvPr>
        </p:nvSpPr>
        <p:spPr>
          <a:xfrm>
            <a:off x="504000" y="1326600"/>
            <a:ext cx="9072000" cy="3288240"/>
          </a:xfrm>
          <a:prstGeom prst="rect">
            <a:avLst/>
          </a:prstGeom>
          <a:noFill/>
          <a:ln w="0">
            <a:noFill/>
          </a:ln>
        </p:spPr>
        <p:txBody>
          <a:bodyPr lIns="0" tIns="0" rIns="0" bIns="0" anchor="t">
            <a:normAutofit/>
          </a:bodyPr>
          <a:lstStyle>
            <a:lvl1pPr algn="l">
              <a:spcBef>
                <a:spcPts val="1060"/>
              </a:spcBef>
              <a:buClr>
                <a:srgbClr val="000000"/>
              </a:buClr>
              <a:buSzPct val="45000"/>
              <a:buFont typeface="Wingdings" charset="2"/>
              <a:buChar char=""/>
              <a:defRPr lang="en-US" sz="2400" b="0" u="none" strike="noStrike">
                <a:solidFill>
                  <a:srgbClr val="000000"/>
                </a:solidFill>
                <a:effectLst/>
                <a:uFillTx/>
                <a:latin typeface="Arial"/>
              </a:defRPr>
            </a:lvl1pPr>
            <a:lvl2pPr lvl="1" algn="l">
              <a:spcBef>
                <a:spcPts val="850"/>
              </a:spcBef>
              <a:buClr>
                <a:srgbClr val="000000"/>
              </a:buClr>
              <a:buSzPct val="75000"/>
              <a:buFont typeface="Symbol" charset="2"/>
              <a:buChar char=""/>
              <a:defRPr lang="en-US" sz="2100" b="0" u="none" strike="noStrike">
                <a:solidFill>
                  <a:srgbClr val="000000"/>
                </a:solidFill>
                <a:effectLst/>
                <a:uFillTx/>
                <a:latin typeface="Arial"/>
              </a:defRPr>
            </a:lvl2pPr>
            <a:lvl3pPr lvl="2" algn="l">
              <a:spcBef>
                <a:spcPts val="638"/>
              </a:spcBef>
              <a:buClr>
                <a:srgbClr val="000000"/>
              </a:buClr>
              <a:buSzPct val="45000"/>
              <a:buFont typeface="Wingdings" charset="2"/>
              <a:buChar char=""/>
              <a:defRPr lang="en-US" sz="1800" b="0" u="none" strike="noStrike">
                <a:solidFill>
                  <a:srgbClr val="000000"/>
                </a:solidFill>
                <a:effectLst/>
                <a:uFillTx/>
                <a:latin typeface="Arial"/>
              </a:defRPr>
            </a:lvl3pPr>
            <a:lvl4pPr lvl="3" algn="l">
              <a:spcBef>
                <a:spcPts val="425"/>
              </a:spcBef>
              <a:buClr>
                <a:srgbClr val="000000"/>
              </a:buClr>
              <a:buSzPct val="75000"/>
              <a:buFont typeface="Symbol" charset="2"/>
              <a:buChar char=""/>
              <a:defRPr lang="en-US" sz="1500" b="0" u="none" strike="noStrike">
                <a:solidFill>
                  <a:srgbClr val="000000"/>
                </a:solidFill>
                <a:effectLst/>
                <a:uFillTx/>
                <a:latin typeface="Arial"/>
              </a:defRPr>
            </a:lvl4pPr>
            <a:lvl5pPr lvl="4" algn="l">
              <a:spcBef>
                <a:spcPts val="213"/>
              </a:spcBef>
              <a:buClr>
                <a:srgbClr val="000000"/>
              </a:buClr>
              <a:buSzPct val="45000"/>
              <a:buFont typeface="Wingdings" charset="2"/>
              <a:buChar char=""/>
              <a:defRPr lang="en-US" sz="1500" b="0" u="none" strike="noStrike">
                <a:solidFill>
                  <a:srgbClr val="000000"/>
                </a:solidFill>
                <a:effectLst/>
                <a:uFillTx/>
                <a:latin typeface="Arial"/>
              </a:defRPr>
            </a:lvl5pPr>
            <a:lvl6pPr lvl="5" algn="l">
              <a:spcBef>
                <a:spcPts val="213"/>
              </a:spcBef>
              <a:buClr>
                <a:srgbClr val="000000"/>
              </a:buClr>
              <a:buSzPct val="45000"/>
              <a:buFont typeface="Wingdings" charset="2"/>
              <a:buChar char=""/>
              <a:defRPr lang="en-US" sz="1500" b="0" u="none" strike="noStrike">
                <a:solidFill>
                  <a:srgbClr val="000000"/>
                </a:solidFill>
                <a:effectLst/>
                <a:uFillTx/>
                <a:latin typeface="Arial"/>
              </a:defRPr>
            </a:lvl6pPr>
            <a:lvl7pPr lvl="6" algn="l">
              <a:spcBef>
                <a:spcPts val="213"/>
              </a:spcBef>
              <a:buClr>
                <a:srgbClr val="000000"/>
              </a:buClr>
              <a:buSzPct val="45000"/>
              <a:buFont typeface="Wingdings" charset="2"/>
              <a:buChar char=""/>
              <a:defRPr lang="en-US" sz="1500" b="0" u="none" strike="noStrike">
                <a:solidFill>
                  <a:srgbClr val="000000"/>
                </a:solidFill>
                <a:effectLst/>
                <a:uFillTx/>
                <a:latin typeface="Arial"/>
              </a:defRPr>
            </a:lvl7pPr>
          </a:lstStyle>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Click to edit the outline text format</a:t>
            </a:r>
            <a:endParaRPr lang="en-US" sz="2400" b="0" u="none" strike="noStrike">
              <a:solidFill>
                <a:srgbClr val="000000"/>
              </a:solidFill>
              <a:effectLst/>
              <a:uFillTx/>
              <a:latin typeface="Arial"/>
            </a:endParaRPr>
          </a:p>
          <a:p>
            <a:pPr marL="864000" lvl="1" indent="-324000" algn="l">
              <a:spcBef>
                <a:spcPts val="850"/>
              </a:spcBef>
              <a:buClr>
                <a:srgbClr val="000000"/>
              </a:buClr>
              <a:buSzPct val="75000"/>
              <a:buFont typeface="Symbol" charset="2"/>
              <a:buChar char=""/>
            </a:pPr>
            <a:r>
              <a:rPr lang="en-US" sz="2100" b="0" u="none" strike="noStrike">
                <a:solidFill>
                  <a:srgbClr val="000000"/>
                </a:solidFill>
                <a:effectLst/>
                <a:uFillTx/>
                <a:latin typeface="Arial"/>
              </a:rPr>
              <a:t>Second Outline Level</a:t>
            </a:r>
            <a:endParaRPr lang="en-US" sz="2100" b="0" u="none" strike="noStrike">
              <a:solidFill>
                <a:srgbClr val="000000"/>
              </a:solidFill>
              <a:effectLst/>
              <a:uFillTx/>
              <a:latin typeface="Arial"/>
            </a:endParaRPr>
          </a:p>
          <a:p>
            <a:pPr marL="1296000" lvl="2" indent="-288000" algn="l">
              <a:spcBef>
                <a:spcPts val="638"/>
              </a:spcBef>
              <a:buClr>
                <a:srgbClr val="000000"/>
              </a:buClr>
              <a:buSzPct val="45000"/>
              <a:buFont typeface="Wingdings" charset="2"/>
              <a:buChar char=""/>
            </a:pPr>
            <a:r>
              <a:rPr lang="en-US" sz="1800" b="0" u="none" strike="noStrike">
                <a:solidFill>
                  <a:srgbClr val="000000"/>
                </a:solidFill>
                <a:effectLst/>
                <a:uFillTx/>
                <a:latin typeface="Arial"/>
              </a:rPr>
              <a:t>Third Outline Level</a:t>
            </a:r>
            <a:endParaRPr lang="en-US" sz="1800" b="0" u="none" strike="noStrike">
              <a:solidFill>
                <a:srgbClr val="000000"/>
              </a:solidFill>
              <a:effectLst/>
              <a:uFillTx/>
              <a:latin typeface="Arial"/>
            </a:endParaRPr>
          </a:p>
          <a:p>
            <a:pPr marL="1728000" lvl="3" indent="-216000" algn="l">
              <a:spcBef>
                <a:spcPts val="425"/>
              </a:spcBef>
              <a:buClr>
                <a:srgbClr val="000000"/>
              </a:buClr>
              <a:buSzPct val="75000"/>
              <a:buFont typeface="Symbol" charset="2"/>
              <a:buChar char=""/>
            </a:pPr>
            <a:r>
              <a:rPr lang="en-US" sz="1500" b="0" u="none" strike="noStrike">
                <a:solidFill>
                  <a:srgbClr val="000000"/>
                </a:solidFill>
                <a:effectLst/>
                <a:uFillTx/>
                <a:latin typeface="Arial"/>
              </a:rPr>
              <a:t>Fourth Outline Level</a:t>
            </a:r>
            <a:endParaRPr lang="en-US" sz="1500" b="0" u="none" strike="noStrike">
              <a:solidFill>
                <a:srgbClr val="000000"/>
              </a:solidFill>
              <a:effectLst/>
              <a:uFillTx/>
              <a:latin typeface="Arial"/>
            </a:endParaRPr>
          </a:p>
          <a:p>
            <a:pPr marL="2160000" lvl="4" indent="-216000" algn="l">
              <a:spcBef>
                <a:spcPts val="213"/>
              </a:spcBef>
              <a:buClr>
                <a:srgbClr val="000000"/>
              </a:buClr>
              <a:buSzPct val="45000"/>
              <a:buFont typeface="Wingdings" charset="2"/>
              <a:buChar char=""/>
            </a:pPr>
            <a:r>
              <a:rPr lang="en-US" sz="1500" b="0" u="none" strike="noStrike">
                <a:solidFill>
                  <a:srgbClr val="000000"/>
                </a:solidFill>
                <a:effectLst/>
                <a:uFillTx/>
                <a:latin typeface="Arial"/>
              </a:rPr>
              <a:t>Fifth Outline Level</a:t>
            </a:r>
            <a:endParaRPr lang="en-US" sz="1500" b="0" u="none" strike="noStrike">
              <a:solidFill>
                <a:srgbClr val="000000"/>
              </a:solidFill>
              <a:effectLst/>
              <a:uFillTx/>
              <a:latin typeface="Arial"/>
            </a:endParaRPr>
          </a:p>
          <a:p>
            <a:pPr marL="2592000" lvl="5" indent="-216000" algn="l">
              <a:spcBef>
                <a:spcPts val="213"/>
              </a:spcBef>
              <a:buClr>
                <a:srgbClr val="000000"/>
              </a:buClr>
              <a:buSzPct val="45000"/>
              <a:buFont typeface="Wingdings" charset="2"/>
              <a:buChar char=""/>
            </a:pPr>
            <a:r>
              <a:rPr lang="en-US" sz="1500" b="0" u="none" strike="noStrike">
                <a:solidFill>
                  <a:srgbClr val="000000"/>
                </a:solidFill>
                <a:effectLst/>
                <a:uFillTx/>
                <a:latin typeface="Arial"/>
              </a:rPr>
              <a:t>Sixth Outline Level</a:t>
            </a:r>
            <a:endParaRPr lang="en-US" sz="1500" b="0" u="none" strike="noStrike">
              <a:solidFill>
                <a:srgbClr val="000000"/>
              </a:solidFill>
              <a:effectLst/>
              <a:uFillTx/>
              <a:latin typeface="Arial"/>
            </a:endParaRPr>
          </a:p>
          <a:p>
            <a:pPr marL="3024000" lvl="6" indent="-216000" algn="l">
              <a:spcBef>
                <a:spcPts val="213"/>
              </a:spcBef>
              <a:buClr>
                <a:srgbClr val="000000"/>
              </a:buClr>
              <a:buSzPct val="45000"/>
              <a:buFont typeface="Wingdings" charset="2"/>
              <a:buChar char=""/>
            </a:pPr>
            <a:r>
              <a:rPr lang="en-US" sz="1500" b="0" u="none" strike="noStrike">
                <a:solidFill>
                  <a:srgbClr val="000000"/>
                </a:solidFill>
                <a:effectLst/>
                <a:uFillTx/>
                <a:latin typeface="Arial"/>
              </a:rPr>
              <a:t>Seventh Outline Level</a:t>
            </a:r>
            <a:endParaRPr lang="en-US" sz="1500" b="0" u="none" strike="noStrike">
              <a:solidFill>
                <a:srgbClr val="000000"/>
              </a:solidFill>
              <a:effectLst/>
              <a:uFillTx/>
              <a:latin typeface="Arial"/>
            </a:endParaRPr>
          </a:p>
        </p:txBody>
      </p:sp>
      <p:sp>
        <p:nvSpPr>
          <p:cNvPr id="17" name="PlaceHolder 3"/>
          <p:cNvSpPr>
            <a:spLocks noGrp="1"/>
          </p:cNvSpPr>
          <p:nvPr>
            <p:ph type="dt" idx="7"/>
          </p:nvPr>
        </p:nvSpPr>
        <p:spPr>
          <a:xfrm>
            <a:off x="504000" y="5165280"/>
            <a:ext cx="2348280" cy="390960"/>
          </a:xfrm>
          <a:prstGeom prst="rect">
            <a:avLst/>
          </a:prstGeom>
          <a:noFill/>
          <a:ln w="0">
            <a:noFill/>
          </a:ln>
        </p:spPr>
        <p:txBody>
          <a:bodyPr lIns="0" tIns="0" rIns="0" bIns="0" anchor="t">
            <a:noAutofit/>
          </a:bodyPr>
          <a:lstStyle>
            <a:lvl1pPr indent="0" algn="l">
              <a:buNone/>
              <a:defRPr lang="en-US" sz="1400" b="0" u="none" strike="noStrike">
                <a:solidFill>
                  <a:srgbClr val="000000"/>
                </a:solidFill>
                <a:effectLst/>
                <a:uFillTx/>
                <a:latin typeface="Arial"/>
              </a:defRPr>
            </a:lvl1pPr>
          </a:lstStyle>
          <a:p>
            <a:pPr indent="0" algn="l">
              <a:buNone/>
            </a:pPr>
            <a:r>
              <a:rPr lang="en-US" sz="1400" b="0" u="none" strike="noStrike">
                <a:solidFill>
                  <a:srgbClr val="000000"/>
                </a:solidFill>
                <a:effectLst/>
                <a:uFillTx/>
                <a:latin typeface="Arial"/>
              </a:rPr>
              <a:t>&lt;date/time&gt;</a:t>
            </a:r>
            <a:endParaRPr lang="en-US" sz="1400" b="0" u="none" strike="noStrike">
              <a:solidFill>
                <a:srgbClr val="000000"/>
              </a:solidFill>
              <a:effectLst/>
              <a:uFillTx/>
              <a:latin typeface="Arial"/>
            </a:endParaRPr>
          </a:p>
        </p:txBody>
      </p:sp>
      <p:sp>
        <p:nvSpPr>
          <p:cNvPr id="18" name="PlaceHolder 4"/>
          <p:cNvSpPr>
            <a:spLocks noGrp="1"/>
          </p:cNvSpPr>
          <p:nvPr>
            <p:ph type="ftr" idx="8"/>
          </p:nvPr>
        </p:nvSpPr>
        <p:spPr>
          <a:xfrm>
            <a:off x="3447360" y="5165280"/>
            <a:ext cx="3195000" cy="390960"/>
          </a:xfrm>
          <a:prstGeom prst="rect">
            <a:avLst/>
          </a:prstGeom>
          <a:noFill/>
          <a:ln w="0">
            <a:noFill/>
          </a:ln>
        </p:spPr>
        <p:txBody>
          <a:bodyPr lIns="0" tIns="0" rIns="0" bIns="0" anchor="t">
            <a:noAutofit/>
          </a:bodyPr>
          <a:lstStyle>
            <a:lvl1pPr indent="0" algn="ctr">
              <a:buNone/>
              <a:defRPr lang="en-US" sz="1400" b="0" u="none" strike="noStrike">
                <a:solidFill>
                  <a:srgbClr val="000000"/>
                </a:solidFill>
                <a:effectLst/>
                <a:uFillTx/>
                <a:latin typeface="Arial"/>
              </a:defRPr>
            </a:lvl1pPr>
          </a:lstStyle>
          <a:p>
            <a:pPr indent="0" algn="ctr">
              <a:buNone/>
            </a:pPr>
            <a:r>
              <a:rPr lang="en-US" sz="1400" b="0" u="none" strike="noStrike">
                <a:solidFill>
                  <a:srgbClr val="000000"/>
                </a:solidFill>
                <a:effectLst/>
                <a:uFillTx/>
                <a:latin typeface="Arial"/>
              </a:rPr>
              <a:t>&lt;footer&gt;</a:t>
            </a:r>
            <a:endParaRPr lang="en-US" sz="1400" b="0" u="none" strike="noStrike">
              <a:solidFill>
                <a:srgbClr val="000000"/>
              </a:solidFill>
              <a:effectLst/>
              <a:uFillTx/>
              <a:latin typeface="Arial"/>
            </a:endParaRPr>
          </a:p>
        </p:txBody>
      </p:sp>
      <p:sp>
        <p:nvSpPr>
          <p:cNvPr id="19" name="PlaceHolder 5"/>
          <p:cNvSpPr>
            <a:spLocks noGrp="1"/>
          </p:cNvSpPr>
          <p:nvPr>
            <p:ph type="sldNum" idx="9"/>
          </p:nvPr>
        </p:nvSpPr>
        <p:spPr>
          <a:xfrm>
            <a:off x="7227360" y="5165280"/>
            <a:ext cx="2348280" cy="3909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Arial"/>
              </a:defRPr>
            </a:lvl1pPr>
          </a:lstStyle>
          <a:p>
            <a:pPr indent="0" algn="r">
              <a:buNone/>
            </a:pPr>
            <a:fld id="{1373F045-614D-4763-9DA5-EFC179478D8F}" type="slidenum">
              <a:rPr lang="en-US" sz="1400" b="0" u="none" strike="noStrike">
                <a:solidFill>
                  <a:srgbClr val="000000"/>
                </a:solidFill>
                <a:effectLst/>
                <a:uFillTx/>
                <a:latin typeface="Arial"/>
              </a:rPr>
              <a:t>&lt;number&gt;</a:t>
            </a:fld>
            <a:endParaRPr lang="en-US" sz="14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3.xml"/>
</Relationships>
</file>

<file path=ppt/slides/_rels/slide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3.xml"/>
</Relationships>
</file>

<file path=ppt/slides/_rels/slide8.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3.xml"/>
</Relationships>
</file>

<file path=ppt/slides/_rels/slide9.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3.xml"/>
</Relationships>
</file>

<file path=ppt/slides/_rels/slide10.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3.xml"/>
</Relationships>
</file>

<file path=ppt/slides/_rels/slide1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
</Relationships>
</file>

<file path=ppt/slides/_rels/slide12.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3.xml"/>
</Relationships>
</file>

<file path=ppt/slides/_rels/slide13.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 name="PlaceHolder 1"/>
          <p:cNvSpPr>
            <a:spLocks noGrp="1"/>
          </p:cNvSpPr>
          <p:nvPr>
            <p:ph type="title"/>
          </p:nvPr>
        </p:nvSpPr>
        <p:spPr>
          <a:xfrm>
            <a:off x="504000" y="810000"/>
            <a:ext cx="9072000" cy="1296000"/>
          </a:xfrm>
          <a:prstGeom prst="rect">
            <a:avLst/>
          </a:prstGeom>
          <a:noFill/>
          <a:ln w="0">
            <a:noFill/>
          </a:ln>
        </p:spPr>
        <p:txBody>
          <a:bodyPr lIns="0" tIns="0" rIns="0" bIns="0" anchor="ctr">
            <a:spAutoFit/>
          </a:bodyPr>
          <a:p>
            <a:pPr indent="0" algn="ctr">
              <a:buNone/>
            </a:pPr>
            <a:r>
              <a:rPr lang="en-US" sz="4400" b="0" u="none" strike="noStrike">
                <a:solidFill>
                  <a:srgbClr val="FFFFFF"/>
                </a:solidFill>
                <a:effectLst/>
                <a:uFillTx/>
                <a:latin typeface="Arial"/>
              </a:rPr>
              <a:t>Will I Stay or Will I Go Now?</a:t>
            </a:r>
            <a:br>
              <a:rPr sz="4400"/>
            </a:br>
            <a:r>
              <a:rPr lang="en-US" sz="4400" b="0" u="none" strike="noStrike">
                <a:solidFill>
                  <a:srgbClr val="FFFFFF"/>
                </a:solidFill>
                <a:effectLst/>
                <a:uFillTx/>
                <a:latin typeface="Arial"/>
              </a:rPr>
              <a:t>A report on Attrition</a:t>
            </a:r>
            <a:endParaRPr lang="en-US" sz="4400" b="0" u="none" strike="noStrike">
              <a:solidFill>
                <a:srgbClr val="FFFFFF"/>
              </a:solidFill>
              <a:effectLst/>
              <a:uFillTx/>
              <a:latin typeface="Arial"/>
            </a:endParaRPr>
          </a:p>
        </p:txBody>
      </p:sp>
      <p:sp>
        <p:nvSpPr>
          <p:cNvPr id="21" name="PlaceHolder 2"/>
          <p:cNvSpPr>
            <a:spLocks noGrp="1"/>
          </p:cNvSpPr>
          <p:nvPr>
            <p:ph type="subTitle"/>
          </p:nvPr>
        </p:nvSpPr>
        <p:spPr>
          <a:xfrm>
            <a:off x="504000" y="2376000"/>
            <a:ext cx="9072000" cy="2754000"/>
          </a:xfrm>
          <a:prstGeom prst="rect">
            <a:avLst/>
          </a:prstGeom>
          <a:noFill/>
          <a:ln w="0">
            <a:noFill/>
          </a:ln>
        </p:spPr>
        <p:txBody>
          <a:bodyPr lIns="0" tIns="0" rIns="0" bIns="0" anchor="ctr">
            <a:spAutoFit/>
          </a:bodyPr>
          <a:p>
            <a:pPr indent="0" algn="ctr">
              <a:buNone/>
            </a:pPr>
            <a:r>
              <a:rPr lang="en-US" sz="3200" b="0" u="none" strike="noStrike">
                <a:solidFill>
                  <a:srgbClr val="FFFFFF"/>
                </a:solidFill>
                <a:effectLst/>
                <a:uFillTx/>
                <a:latin typeface="Arial"/>
              </a:rPr>
              <a:t>By: </a:t>
            </a:r>
            <a:endParaRPr lang="en-US" sz="3200" b="0" u="none" strike="noStrike">
              <a:solidFill>
                <a:srgbClr val="FFFFFF"/>
              </a:solidFill>
              <a:effectLst/>
              <a:uFillTx/>
              <a:latin typeface="Arial"/>
            </a:endParaRPr>
          </a:p>
          <a:p>
            <a:pPr indent="0" algn="ctr">
              <a:buNone/>
            </a:pPr>
            <a:r>
              <a:rPr lang="en-US" sz="3200" b="0" u="none" strike="noStrike">
                <a:solidFill>
                  <a:srgbClr val="FFFFFF"/>
                </a:solidFill>
                <a:effectLst/>
                <a:uFillTx/>
                <a:latin typeface="Arial"/>
              </a:rPr>
              <a:t>Stacy Bowler</a:t>
            </a:r>
            <a:endParaRPr lang="en-US" sz="3200" b="0" u="none" strike="noStrike">
              <a:solidFill>
                <a:srgbClr val="FFFFFF"/>
              </a:solidFill>
              <a:effectLst/>
              <a:uFillTx/>
              <a:latin typeface="Arial"/>
            </a:endParaRPr>
          </a:p>
          <a:p>
            <a:pPr indent="0" algn="ctr">
              <a:buNone/>
            </a:pPr>
            <a:r>
              <a:rPr lang="en-US" sz="3200" b="0" u="none" strike="noStrike">
                <a:solidFill>
                  <a:srgbClr val="FFFFFF"/>
                </a:solidFill>
                <a:effectLst/>
                <a:uFillTx/>
                <a:latin typeface="Arial"/>
              </a:rPr>
              <a:t>and</a:t>
            </a:r>
            <a:endParaRPr lang="en-US" sz="3200" b="0" u="none" strike="noStrike">
              <a:solidFill>
                <a:srgbClr val="FFFFFF"/>
              </a:solidFill>
              <a:effectLst/>
              <a:uFillTx/>
              <a:latin typeface="Arial"/>
            </a:endParaRPr>
          </a:p>
          <a:p>
            <a:pPr indent="0" algn="ctr">
              <a:buNone/>
            </a:pPr>
            <a:r>
              <a:rPr lang="en-US" sz="3200" b="0" u="none" strike="noStrike">
                <a:solidFill>
                  <a:srgbClr val="FFFFFF"/>
                </a:solidFill>
                <a:effectLst/>
                <a:uFillTx/>
                <a:latin typeface="Arial"/>
              </a:rPr>
              <a:t>Derrik Miller</a:t>
            </a:r>
            <a:endParaRPr lang="en-US" sz="32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Business Problem</a:t>
            </a:r>
            <a:endParaRPr lang="en-US" sz="3300" b="0" u="none" strike="noStrike">
              <a:solidFill>
                <a:srgbClr val="000000"/>
              </a:solidFill>
              <a:effectLst/>
              <a:uFillTx/>
              <a:latin typeface="Arial"/>
            </a:endParaRPr>
          </a:p>
        </p:txBody>
      </p:sp>
      <p:sp>
        <p:nvSpPr>
          <p:cNvPr id="23" name="PlaceHolder 2"/>
          <p:cNvSpPr>
            <a:spLocks noGrp="1"/>
          </p:cNvSpPr>
          <p:nvPr>
            <p:ph/>
          </p:nvPr>
        </p:nvSpPr>
        <p:spPr>
          <a:xfrm>
            <a:off x="504000" y="1371600"/>
            <a:ext cx="9072000" cy="3288240"/>
          </a:xfrm>
          <a:prstGeom prst="rect">
            <a:avLst/>
          </a:prstGeom>
          <a:noFill/>
          <a:ln w="0">
            <a:noFill/>
          </a:ln>
        </p:spPr>
        <p:txBody>
          <a:bodyPr lIns="0" tIns="0" rIns="0" bIns="0" anchor="t">
            <a:normAutofit/>
          </a:bodyPr>
          <a:p>
            <a:pPr marL="432000" indent="-324000" algn="l">
              <a:spcBef>
                <a:spcPts val="1191"/>
              </a:spcBef>
              <a:spcAft>
                <a:spcPts val="992"/>
              </a:spcAft>
              <a:buClr>
                <a:srgbClr val="000000"/>
              </a:buClr>
              <a:buSzPct val="45000"/>
              <a:buFont typeface="Wingdings" charset="2"/>
              <a:buChar char=""/>
            </a:pPr>
            <a:r>
              <a:rPr lang="en-US" sz="1500" b="0" u="none" strike="noStrike">
                <a:solidFill>
                  <a:srgbClr val="000000"/>
                </a:solidFill>
                <a:effectLst/>
                <a:uFillTx/>
                <a:latin typeface="Arial"/>
              </a:rPr>
              <a:t>How much financial value does using this predictive model create compared with not using one?</a:t>
            </a:r>
            <a:endParaRPr lang="en-US" sz="15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1500" b="0" u="none" strike="noStrike">
                <a:solidFill>
                  <a:srgbClr val="000000"/>
                </a:solidFill>
                <a:effectLst/>
                <a:uFillTx/>
                <a:latin typeface="Arial"/>
              </a:rPr>
              <a:t>The primary objective is to accurately determine which employees are likely to quit before they do.</a:t>
            </a:r>
            <a:endParaRPr lang="en-US" sz="1500" b="0" u="none" strike="noStrike">
              <a:solidFill>
                <a:srgbClr val="000000"/>
              </a:solidFill>
              <a:effectLst/>
              <a:uFillTx/>
              <a:latin typeface="Arial"/>
            </a:endParaRPr>
          </a:p>
        </p:txBody>
      </p:sp>
      <p:sp>
        <p:nvSpPr>
          <p:cNvPr id="24" name=""/>
          <p:cNvSpPr txBox="1"/>
          <p:nvPr/>
        </p:nvSpPr>
        <p:spPr>
          <a:xfrm>
            <a:off x="2273400" y="2721240"/>
            <a:ext cx="5559480" cy="231840"/>
          </a:xfrm>
          <a:prstGeom prst="rect">
            <a:avLst/>
          </a:prstGeom>
          <a:noFill/>
          <a:ln w="18000">
            <a:noFill/>
          </a:ln>
        </p:spPr>
        <p:txBody>
          <a:bodyPr lIns="90000" tIns="45000" rIns="90000" bIns="45000" anchor="t">
            <a:noAutofit/>
          </a:bodyPr>
          <a:p>
            <a:pPr algn="ctr">
              <a:spcBef>
                <a:spcPts val="1191"/>
              </a:spcBef>
              <a:spcAft>
                <a:spcPts val="992"/>
              </a:spcAft>
            </a:pPr>
            <a:r>
              <a:rPr lang="en-US" sz="1000" b="0" u="none" strike="noStrike">
                <a:solidFill>
                  <a:srgbClr val="FFFFFF"/>
                </a:solidFill>
                <a:effectLst/>
                <a:uFillTx/>
                <a:latin typeface="Arial"/>
              </a:rPr>
              <a:t>How much financial value does using this predictive model create compared with not using one?</a:t>
            </a:r>
            <a:endParaRPr lang="en-US" sz="1000" b="0" u="none" strike="noStrike">
              <a:solidFill>
                <a:srgbClr val="FFFFFF"/>
              </a:solidFill>
              <a:effectLst/>
              <a:uFillTx/>
              <a:latin typeface="Arial"/>
            </a:endParaRPr>
          </a:p>
        </p:txBody>
      </p:sp>
      <p:sp>
        <p:nvSpPr>
          <p:cNvPr id="25" name=""/>
          <p:cNvSpPr txBox="1"/>
          <p:nvPr/>
        </p:nvSpPr>
        <p:spPr>
          <a:xfrm>
            <a:off x="2273760" y="2721240"/>
            <a:ext cx="5559480" cy="231840"/>
          </a:xfrm>
          <a:prstGeom prst="rect">
            <a:avLst/>
          </a:prstGeom>
          <a:noFill/>
          <a:ln w="18000">
            <a:noFill/>
          </a:ln>
        </p:spPr>
        <p:txBody>
          <a:bodyPr lIns="90000" tIns="45000" rIns="90000" bIns="45000" anchor="t">
            <a:noAutofit/>
          </a:bodyPr>
          <a:p>
            <a:pPr algn="ctr">
              <a:spcBef>
                <a:spcPts val="1191"/>
              </a:spcBef>
              <a:spcAft>
                <a:spcPts val="992"/>
              </a:spcAft>
            </a:pPr>
            <a:r>
              <a:rPr lang="en-US" sz="1000" b="0" u="none" strike="noStrike">
                <a:solidFill>
                  <a:srgbClr val="FFFFFF"/>
                </a:solidFill>
                <a:effectLst/>
                <a:uFillTx/>
                <a:latin typeface="Arial"/>
              </a:rPr>
              <a:t>How much financial value does using this predictive model create compared with not using one?</a:t>
            </a:r>
            <a:endParaRPr lang="en-US" sz="10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Executive Summary</a:t>
            </a:r>
            <a:endParaRPr lang="en-US" sz="3300" b="0" u="none" strike="noStrike">
              <a:solidFill>
                <a:srgbClr val="000000"/>
              </a:solidFill>
              <a:effectLst/>
              <a:uFillTx/>
              <a:latin typeface="Arial"/>
            </a:endParaRPr>
          </a:p>
        </p:txBody>
      </p:sp>
      <p:sp>
        <p:nvSpPr>
          <p:cNvPr id="27" name="PlaceHolder 2"/>
          <p:cNvSpPr>
            <a:spLocks noGrp="1"/>
          </p:cNvSpPr>
          <p:nvPr>
            <p:ph/>
          </p:nvPr>
        </p:nvSpPr>
        <p:spPr>
          <a:xfrm>
            <a:off x="504000" y="1326600"/>
            <a:ext cx="9072000" cy="3931200"/>
          </a:xfrm>
          <a:prstGeom prst="rect">
            <a:avLst/>
          </a:prstGeom>
          <a:noFill/>
          <a:ln w="0">
            <a:noFill/>
          </a:ln>
        </p:spPr>
        <p:txBody>
          <a:bodyPr lIns="0" tIns="0" rIns="0" bIns="0" anchor="t">
            <a:normAutofit lnSpcReduction="9999"/>
          </a:bodyPr>
          <a:p>
            <a:pPr indent="0" algn="l">
              <a:spcBef>
                <a:spcPts val="1060"/>
              </a:spcBef>
              <a:buNone/>
            </a:pPr>
            <a:endParaRPr lang="en-US" sz="2400" b="0" u="none" strike="noStrike">
              <a:solidFill>
                <a:srgbClr val="000000"/>
              </a:solidFill>
              <a:effectLst/>
              <a:uFillTx/>
              <a:latin typeface="Arial"/>
            </a:endParaRPr>
          </a:p>
          <a:p>
            <a:pPr indent="0" algn="l">
              <a:spcBef>
                <a:spcPts val="1060"/>
              </a:spcBef>
              <a:buNone/>
            </a:pPr>
            <a:endParaRPr lang="en-US" sz="2400" b="0" u="none" strike="noStrike">
              <a:solidFill>
                <a:srgbClr val="000000"/>
              </a:solidFill>
              <a:effectLst/>
              <a:uFillTx/>
              <a:latin typeface="Arial"/>
            </a:endParaRPr>
          </a:p>
          <a:p>
            <a:pPr indent="0" algn="l">
              <a:spcBef>
                <a:spcPts val="1060"/>
              </a:spcBef>
              <a:buNone/>
            </a:pPr>
            <a:endParaRPr lang="en-US" sz="2400" b="0" u="none" strike="noStrike">
              <a:solidFill>
                <a:srgbClr val="000000"/>
              </a:solidFill>
              <a:effectLst/>
              <a:uFillTx/>
              <a:latin typeface="Arial"/>
            </a:endParaRPr>
          </a:p>
          <a:p>
            <a:pPr indent="0" algn="l">
              <a:spcBef>
                <a:spcPts val="1060"/>
              </a:spcBef>
              <a:buNone/>
            </a:pPr>
            <a:endParaRPr lang="en-US" sz="24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1400" b="0" u="none" strike="noStrike">
                <a:solidFill>
                  <a:srgbClr val="000000"/>
                </a:solidFill>
                <a:effectLst/>
                <a:uFillTx/>
                <a:latin typeface="Arial"/>
              </a:rPr>
              <a:t>The utility function reflects the incremental financial impact of acting on the model's recommendations. A true positive represents the expected net savings from successfully retaining an employee, while a false positive represents the cost of an unnecessary retention intervention. False negatives and true negatives are assigned zero utility because they represent the baseline outcome in which no intervention occurs.</a:t>
            </a:r>
            <a:endParaRPr lang="en-US" sz="14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1400" b="0" u="none" strike="noStrike">
                <a:solidFill>
                  <a:srgbClr val="000000"/>
                </a:solidFill>
                <a:effectLst/>
                <a:uFillTx/>
                <a:latin typeface="Arial"/>
              </a:rPr>
              <a:t>It is based on our assumptions:</a:t>
            </a:r>
            <a:endParaRPr lang="en-US" sz="1400" b="0" u="none" strike="noStrike">
              <a:solidFill>
                <a:srgbClr val="000000"/>
              </a:solidFill>
              <a:effectLst/>
              <a:uFillTx/>
              <a:latin typeface="Arial"/>
            </a:endParaRPr>
          </a:p>
          <a:p>
            <a:pPr marL="864000" lvl="1" indent="-324000" algn="l">
              <a:spcBef>
                <a:spcPts val="850"/>
              </a:spcBef>
              <a:buClr>
                <a:srgbClr val="000000"/>
              </a:buClr>
              <a:buSzPct val="75000"/>
              <a:buFont typeface="Symbol" charset="2"/>
              <a:buChar char=""/>
            </a:pPr>
            <a:r>
              <a:rPr lang="en-US" sz="1400" b="0" u="none" strike="noStrike">
                <a:solidFill>
                  <a:srgbClr val="000000"/>
                </a:solidFill>
                <a:effectLst/>
                <a:uFillTx/>
                <a:latin typeface="Arial"/>
              </a:rPr>
              <a:t>Cost of employee turnover: $40,000</a:t>
            </a:r>
            <a:endParaRPr lang="en-US" sz="1400" b="0" u="none" strike="noStrike">
              <a:solidFill>
                <a:srgbClr val="000000"/>
              </a:solidFill>
              <a:effectLst/>
              <a:uFillTx/>
              <a:latin typeface="Arial"/>
            </a:endParaRPr>
          </a:p>
          <a:p>
            <a:pPr marL="864000" lvl="1" indent="-324000" algn="l">
              <a:spcBef>
                <a:spcPts val="850"/>
              </a:spcBef>
              <a:buClr>
                <a:srgbClr val="000000"/>
              </a:buClr>
              <a:buSzPct val="75000"/>
              <a:buFont typeface="Symbol" charset="2"/>
              <a:buChar char=""/>
            </a:pPr>
            <a:r>
              <a:rPr lang="en-US" sz="1400" b="0" u="none" strike="noStrike">
                <a:solidFill>
                  <a:srgbClr val="000000"/>
                </a:solidFill>
                <a:effectLst/>
                <a:uFillTx/>
                <a:latin typeface="Arial"/>
              </a:rPr>
              <a:t>Cost of retention intervention: $8,000</a:t>
            </a:r>
            <a:endParaRPr lang="en-US" sz="1400" b="0" u="none" strike="noStrike">
              <a:solidFill>
                <a:srgbClr val="000000"/>
              </a:solidFill>
              <a:effectLst/>
              <a:uFillTx/>
              <a:latin typeface="Arial"/>
            </a:endParaRPr>
          </a:p>
          <a:p>
            <a:pPr marL="864000" lvl="1" indent="-324000" algn="l">
              <a:spcBef>
                <a:spcPts val="850"/>
              </a:spcBef>
              <a:buClr>
                <a:srgbClr val="000000"/>
              </a:buClr>
              <a:buSzPct val="75000"/>
              <a:buFont typeface="Symbol" charset="2"/>
              <a:buChar char=""/>
            </a:pPr>
            <a:r>
              <a:rPr lang="en-US" sz="1400" b="0" u="none" strike="noStrike">
                <a:solidFill>
                  <a:srgbClr val="000000"/>
                </a:solidFill>
                <a:effectLst/>
                <a:uFillTx/>
                <a:latin typeface="Arial"/>
              </a:rPr>
              <a:t>Retention intervention success rate: 60%</a:t>
            </a:r>
            <a:endParaRPr lang="en-US" sz="1400" b="0" u="none" strike="noStrike">
              <a:solidFill>
                <a:srgbClr val="000000"/>
              </a:solidFill>
              <a:effectLst/>
              <a:uFillTx/>
              <a:latin typeface="Arial"/>
            </a:endParaRPr>
          </a:p>
        </p:txBody>
      </p:sp>
      <p:pic>
        <p:nvPicPr>
          <p:cNvPr id="28" name=""/>
          <p:cNvPicPr/>
          <p:nvPr/>
        </p:nvPicPr>
        <p:blipFill>
          <a:blip r:embed="rId1"/>
          <a:stretch/>
        </p:blipFill>
        <p:spPr>
          <a:xfrm>
            <a:off x="1143000" y="1410120"/>
            <a:ext cx="7600680" cy="1104480"/>
          </a:xfrm>
          <a:prstGeom prst="rect">
            <a:avLst/>
          </a:prstGeom>
          <a:noFill/>
          <a:ln w="1800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Data Summary</a:t>
            </a:r>
            <a:endParaRPr lang="en-US" sz="3300" b="0" u="none" strike="noStrike">
              <a:solidFill>
                <a:srgbClr val="000000"/>
              </a:solidFill>
              <a:effectLst/>
              <a:uFillTx/>
              <a:latin typeface="Arial"/>
            </a:endParaRPr>
          </a:p>
        </p:txBody>
      </p:sp>
      <p:sp>
        <p:nvSpPr>
          <p:cNvPr id="30" name="PlaceHolder 2"/>
          <p:cNvSpPr>
            <a:spLocks noGrp="1"/>
          </p:cNvSpPr>
          <p:nvPr>
            <p:ph/>
          </p:nvPr>
        </p:nvSpPr>
        <p:spPr>
          <a:xfrm>
            <a:off x="529200" y="1326600"/>
            <a:ext cx="9072000" cy="3288240"/>
          </a:xfrm>
          <a:prstGeom prst="rect">
            <a:avLst/>
          </a:prstGeom>
          <a:noFill/>
          <a:ln w="0">
            <a:noFill/>
          </a:ln>
        </p:spPr>
        <p:txBody>
          <a:bodyPr lIns="0" tIns="0" rIns="0" bIns="0" anchor="t">
            <a:normAutofit/>
          </a:bodyPr>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Data source: kaggle.com</a:t>
            </a:r>
            <a:endParaRPr lang="en-US" sz="2400" b="0" u="none" strike="noStrike">
              <a:solidFill>
                <a:srgbClr val="000000"/>
              </a:solidFill>
              <a:effectLst/>
              <a:uFillTx/>
              <a:latin typeface="Arial"/>
            </a:endParaRPr>
          </a:p>
          <a:p>
            <a:pPr marL="864000" lvl="1" indent="-324000" algn="l">
              <a:spcBef>
                <a:spcPts val="850"/>
              </a:spcBef>
              <a:buClr>
                <a:srgbClr val="000000"/>
              </a:buClr>
              <a:buSzPct val="75000"/>
              <a:buFont typeface="Symbol" charset="2"/>
              <a:buChar char=""/>
            </a:pPr>
            <a:r>
              <a:rPr lang="en-US" sz="2100" b="0" u="none" strike="noStrike">
                <a:solidFill>
                  <a:srgbClr val="000000"/>
                </a:solidFill>
                <a:effectLst/>
                <a:uFillTx/>
                <a:latin typeface="Arial"/>
              </a:rPr>
              <a:t>The data appears to be a fictional dataset created by IBM data scientists.</a:t>
            </a:r>
            <a:endParaRPr lang="en-US" sz="2100" b="0" u="none" strike="noStrike">
              <a:solidFill>
                <a:srgbClr val="000000"/>
              </a:solidFill>
              <a:effectLst/>
              <a:uFillTx/>
              <a:latin typeface="Arial"/>
            </a:endParaRPr>
          </a:p>
          <a:p>
            <a:pPr marL="864000" lvl="1" indent="-324000" algn="l">
              <a:spcBef>
                <a:spcPts val="850"/>
              </a:spcBef>
              <a:buClr>
                <a:srgbClr val="000000"/>
              </a:buClr>
              <a:buSzPct val="75000"/>
              <a:buFont typeface="Symbol" charset="2"/>
              <a:buChar char=""/>
            </a:pPr>
            <a:r>
              <a:rPr lang="en-US" sz="2100" b="0" u="none" strike="noStrike">
                <a:solidFill>
                  <a:srgbClr val="000000"/>
                </a:solidFill>
                <a:effectLst/>
                <a:uFillTx/>
                <a:latin typeface="Arial"/>
              </a:rPr>
              <a:t>The dataset contains 1470 rows of data.</a:t>
            </a:r>
            <a:endParaRPr lang="en-US" sz="2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Data Preparation</a:t>
            </a:r>
            <a:endParaRPr lang="en-US" sz="3300" b="0" u="none" strike="noStrike">
              <a:solidFill>
                <a:srgbClr val="000000"/>
              </a:solidFill>
              <a:effectLst/>
              <a:uFillTx/>
              <a:latin typeface="Arial"/>
            </a:endParaRPr>
          </a:p>
        </p:txBody>
      </p:sp>
      <p:sp>
        <p:nvSpPr>
          <p:cNvPr id="32" name="PlaceHolder 2"/>
          <p:cNvSpPr>
            <a:spLocks noGrp="1"/>
          </p:cNvSpPr>
          <p:nvPr>
            <p:ph/>
          </p:nvPr>
        </p:nvSpPr>
        <p:spPr>
          <a:xfrm>
            <a:off x="504000" y="1326600"/>
            <a:ext cx="9072000" cy="3288240"/>
          </a:xfrm>
          <a:prstGeom prst="rect">
            <a:avLst/>
          </a:prstGeom>
          <a:noFill/>
          <a:ln w="0">
            <a:noFill/>
          </a:ln>
        </p:spPr>
        <p:txBody>
          <a:bodyPr lIns="0" tIns="0" rIns="0" bIns="0" anchor="t">
            <a:normAutofit/>
          </a:bodyPr>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The dataset contains 35 different points and required little cleaning.</a:t>
            </a:r>
            <a:endParaRPr lang="en-US" sz="2400" b="0" u="none" strike="noStrike">
              <a:solidFill>
                <a:srgbClr val="000000"/>
              </a:solidFill>
              <a:effectLst/>
              <a:uFillTx/>
              <a:latin typeface="Arial"/>
            </a:endParaRPr>
          </a:p>
          <a:p>
            <a:pPr marL="864000" lvl="1" indent="-324000" algn="l">
              <a:spcBef>
                <a:spcPts val="850"/>
              </a:spcBef>
              <a:buClr>
                <a:srgbClr val="000000"/>
              </a:buClr>
              <a:buSzPct val="75000"/>
              <a:buFont typeface="Symbol" charset="2"/>
              <a:buChar char=""/>
            </a:pPr>
            <a:r>
              <a:rPr lang="en-US" sz="2100" b="0" u="none" strike="noStrike">
                <a:solidFill>
                  <a:srgbClr val="000000"/>
                </a:solidFill>
                <a:effectLst/>
                <a:uFillTx/>
                <a:latin typeface="Arial"/>
              </a:rPr>
              <a:t>For this project, we converted ‘Attrition’ to a binary outcome where Yes = 1</a:t>
            </a:r>
            <a:endParaRPr lang="en-US" sz="2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Overtime vs Attrition</a:t>
            </a:r>
            <a:endParaRPr lang="en-US" sz="3300" b="0" u="none" strike="noStrike">
              <a:solidFill>
                <a:srgbClr val="000000"/>
              </a:solidFill>
              <a:effectLst/>
              <a:uFillTx/>
              <a:latin typeface="Arial"/>
            </a:endParaRPr>
          </a:p>
        </p:txBody>
      </p:sp>
      <p:sp>
        <p:nvSpPr>
          <p:cNvPr id="34" name="PlaceHolder 2"/>
          <p:cNvSpPr>
            <a:spLocks noGrp="1"/>
          </p:cNvSpPr>
          <p:nvPr>
            <p:ph/>
          </p:nvPr>
        </p:nvSpPr>
        <p:spPr>
          <a:xfrm>
            <a:off x="504000" y="1346760"/>
            <a:ext cx="4525200" cy="3268080"/>
          </a:xfrm>
          <a:prstGeom prst="rect">
            <a:avLst/>
          </a:prstGeom>
          <a:noFill/>
          <a:ln w="0">
            <a:noFill/>
          </a:ln>
        </p:spPr>
        <p:txBody>
          <a:bodyPr lIns="0" tIns="0" rIns="0" bIns="0" anchor="t">
            <a:normAutofit/>
          </a:bodyPr>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It appears as though employees who work overtime are more likely to leave.</a:t>
            </a:r>
            <a:endParaRPr lang="en-US" sz="2400" b="0" u="none" strike="noStrike">
              <a:solidFill>
                <a:srgbClr val="000000"/>
              </a:solidFill>
              <a:effectLst/>
              <a:uFillTx/>
              <a:latin typeface="Arial"/>
            </a:endParaRPr>
          </a:p>
        </p:txBody>
      </p:sp>
      <p:pic>
        <p:nvPicPr>
          <p:cNvPr id="35" name=""/>
          <p:cNvPicPr/>
          <p:nvPr/>
        </p:nvPicPr>
        <p:blipFill>
          <a:blip r:embed="rId1"/>
          <a:stretch/>
        </p:blipFill>
        <p:spPr>
          <a:xfrm>
            <a:off x="4572000" y="957240"/>
            <a:ext cx="5249520" cy="3657600"/>
          </a:xfrm>
          <a:prstGeom prst="rect">
            <a:avLst/>
          </a:prstGeom>
          <a:noFill/>
          <a:ln w="1800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Satisfaction vs Attrition</a:t>
            </a:r>
            <a:endParaRPr lang="en-US" sz="3300" b="0" u="none" strike="noStrike">
              <a:solidFill>
                <a:srgbClr val="000000"/>
              </a:solidFill>
              <a:effectLst/>
              <a:uFillTx/>
              <a:latin typeface="Arial"/>
            </a:endParaRPr>
          </a:p>
        </p:txBody>
      </p:sp>
      <p:sp>
        <p:nvSpPr>
          <p:cNvPr id="37" name="PlaceHolder 2"/>
          <p:cNvSpPr>
            <a:spLocks noGrp="1"/>
          </p:cNvSpPr>
          <p:nvPr>
            <p:ph/>
          </p:nvPr>
        </p:nvSpPr>
        <p:spPr>
          <a:xfrm>
            <a:off x="504000" y="1326600"/>
            <a:ext cx="3382200" cy="3288240"/>
          </a:xfrm>
          <a:prstGeom prst="rect">
            <a:avLst/>
          </a:prstGeom>
          <a:noFill/>
          <a:ln w="0">
            <a:noFill/>
          </a:ln>
        </p:spPr>
        <p:txBody>
          <a:bodyPr lIns="0" tIns="0" rIns="0" bIns="0" anchor="t">
            <a:normAutofit/>
          </a:bodyPr>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4 = Very Satisfied, 1 = Not Satisfied.</a:t>
            </a:r>
            <a:endParaRPr lang="en-US" sz="2400" b="0" u="none" strike="noStrike">
              <a:solidFill>
                <a:srgbClr val="000000"/>
              </a:solidFill>
              <a:effectLst/>
              <a:uFillTx/>
              <a:latin typeface="Arial"/>
            </a:endParaRPr>
          </a:p>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The more satisfied an employee was, the more likely they would be to stay.</a:t>
            </a:r>
            <a:endParaRPr lang="en-US" sz="2400" b="0" u="none" strike="noStrike">
              <a:solidFill>
                <a:srgbClr val="000000"/>
              </a:solidFill>
              <a:effectLst/>
              <a:uFillTx/>
              <a:latin typeface="Arial"/>
            </a:endParaRPr>
          </a:p>
        </p:txBody>
      </p:sp>
      <p:pic>
        <p:nvPicPr>
          <p:cNvPr id="38" name=""/>
          <p:cNvPicPr/>
          <p:nvPr/>
        </p:nvPicPr>
        <p:blipFill>
          <a:blip r:embed="rId1"/>
          <a:stretch/>
        </p:blipFill>
        <p:spPr>
          <a:xfrm>
            <a:off x="3886200" y="939600"/>
            <a:ext cx="6026400" cy="4318200"/>
          </a:xfrm>
          <a:prstGeom prst="rect">
            <a:avLst/>
          </a:prstGeom>
          <a:noFill/>
          <a:ln w="1800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Age vs Attrition</a:t>
            </a:r>
            <a:endParaRPr lang="en-US" sz="3300" b="0" u="none" strike="noStrike">
              <a:solidFill>
                <a:srgbClr val="000000"/>
              </a:solidFill>
              <a:effectLst/>
              <a:uFillTx/>
              <a:latin typeface="Arial"/>
            </a:endParaRPr>
          </a:p>
        </p:txBody>
      </p:sp>
      <p:sp>
        <p:nvSpPr>
          <p:cNvPr id="40" name="PlaceHolder 2"/>
          <p:cNvSpPr>
            <a:spLocks noGrp="1"/>
          </p:cNvSpPr>
          <p:nvPr>
            <p:ph/>
          </p:nvPr>
        </p:nvSpPr>
        <p:spPr>
          <a:xfrm>
            <a:off x="504000" y="1326600"/>
            <a:ext cx="4068000" cy="3931200"/>
          </a:xfrm>
          <a:prstGeom prst="rect">
            <a:avLst/>
          </a:prstGeom>
          <a:noFill/>
          <a:ln w="0">
            <a:noFill/>
          </a:ln>
        </p:spPr>
        <p:txBody>
          <a:bodyPr lIns="0" tIns="0" rIns="0" bIns="0" anchor="t">
            <a:normAutofit fontScale="85000" lnSpcReduction="9999"/>
          </a:bodyPr>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According to the data, we see that younger employees are more likely to leave, but this starts to level off then reverse around age 45.</a:t>
            </a:r>
            <a:endParaRPr lang="en-US" sz="2400" b="0" u="none" strike="noStrike">
              <a:solidFill>
                <a:srgbClr val="000000"/>
              </a:solidFill>
              <a:effectLst/>
              <a:uFillTx/>
              <a:latin typeface="Arial"/>
            </a:endParaRPr>
          </a:p>
          <a:p>
            <a:pPr marL="864000" lvl="1" indent="-324000" algn="l">
              <a:spcBef>
                <a:spcPts val="850"/>
              </a:spcBef>
              <a:buClr>
                <a:srgbClr val="000000"/>
              </a:buClr>
              <a:buSzPct val="75000"/>
              <a:buFont typeface="Symbol" charset="2"/>
              <a:buChar char=""/>
            </a:pPr>
            <a:r>
              <a:rPr lang="en-US" sz="2100" b="0" u="none" strike="noStrike">
                <a:solidFill>
                  <a:srgbClr val="000000"/>
                </a:solidFill>
                <a:effectLst/>
                <a:uFillTx/>
                <a:latin typeface="Arial"/>
              </a:rPr>
              <a:t>Younger employees are more mobile and able to accept jobs elsewhere.</a:t>
            </a:r>
            <a:endParaRPr lang="en-US" sz="2100" b="0" u="none" strike="noStrike">
              <a:solidFill>
                <a:srgbClr val="000000"/>
              </a:solidFill>
              <a:effectLst/>
              <a:uFillTx/>
              <a:latin typeface="Arial"/>
            </a:endParaRPr>
          </a:p>
          <a:p>
            <a:pPr marL="864000" lvl="1" indent="-324000" algn="l">
              <a:spcBef>
                <a:spcPts val="850"/>
              </a:spcBef>
              <a:buClr>
                <a:srgbClr val="000000"/>
              </a:buClr>
              <a:buSzPct val="75000"/>
              <a:buFont typeface="Symbol" charset="2"/>
              <a:buChar char=""/>
            </a:pPr>
            <a:r>
              <a:rPr lang="en-US" sz="2100" b="0" u="none" strike="noStrike">
                <a:solidFill>
                  <a:srgbClr val="000000"/>
                </a:solidFill>
                <a:effectLst/>
                <a:uFillTx/>
                <a:latin typeface="Arial"/>
              </a:rPr>
              <a:t>Middle age workers are more likely to have families, and opt for more stable employment.</a:t>
            </a:r>
            <a:endParaRPr lang="en-US" sz="2100" b="0" u="none" strike="noStrike">
              <a:solidFill>
                <a:srgbClr val="000000"/>
              </a:solidFill>
              <a:effectLst/>
              <a:uFillTx/>
              <a:latin typeface="Arial"/>
            </a:endParaRPr>
          </a:p>
          <a:p>
            <a:pPr marL="864000" lvl="1" indent="-324000" algn="l">
              <a:spcBef>
                <a:spcPts val="850"/>
              </a:spcBef>
              <a:buClr>
                <a:srgbClr val="000000"/>
              </a:buClr>
              <a:buSzPct val="75000"/>
              <a:buFont typeface="Symbol" charset="2"/>
              <a:buChar char=""/>
            </a:pPr>
            <a:r>
              <a:rPr lang="en-US" sz="2100" b="0" u="none" strike="noStrike">
                <a:solidFill>
                  <a:srgbClr val="000000"/>
                </a:solidFill>
                <a:effectLst/>
                <a:uFillTx/>
                <a:latin typeface="Arial"/>
              </a:rPr>
              <a:t>Older employees could be leaving for more senior level positions or retirement.</a:t>
            </a:r>
            <a:endParaRPr lang="en-US" sz="2100" b="0" u="none" strike="noStrike">
              <a:solidFill>
                <a:srgbClr val="000000"/>
              </a:solidFill>
              <a:effectLst/>
              <a:uFillTx/>
              <a:latin typeface="Arial"/>
            </a:endParaRPr>
          </a:p>
        </p:txBody>
      </p:sp>
      <p:pic>
        <p:nvPicPr>
          <p:cNvPr id="41" name=""/>
          <p:cNvPicPr/>
          <p:nvPr/>
        </p:nvPicPr>
        <p:blipFill>
          <a:blip r:embed="rId1"/>
          <a:stretch/>
        </p:blipFill>
        <p:spPr>
          <a:xfrm>
            <a:off x="4376160" y="1172520"/>
            <a:ext cx="5510520" cy="3990600"/>
          </a:xfrm>
          <a:prstGeom prst="rect">
            <a:avLst/>
          </a:prstGeom>
          <a:noFill/>
          <a:ln w="1800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2"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Commute Vs Attrition</a:t>
            </a:r>
            <a:endParaRPr lang="en-US" sz="3300" b="0" u="none" strike="noStrike">
              <a:solidFill>
                <a:srgbClr val="000000"/>
              </a:solidFill>
              <a:effectLst/>
              <a:uFillTx/>
              <a:latin typeface="Arial"/>
            </a:endParaRPr>
          </a:p>
        </p:txBody>
      </p:sp>
      <p:sp>
        <p:nvSpPr>
          <p:cNvPr id="43" name="PlaceHolder 2"/>
          <p:cNvSpPr>
            <a:spLocks noGrp="1"/>
          </p:cNvSpPr>
          <p:nvPr>
            <p:ph/>
          </p:nvPr>
        </p:nvSpPr>
        <p:spPr>
          <a:xfrm>
            <a:off x="504000" y="1326600"/>
            <a:ext cx="4068000" cy="3288240"/>
          </a:xfrm>
          <a:prstGeom prst="rect">
            <a:avLst/>
          </a:prstGeom>
          <a:noFill/>
          <a:ln w="0">
            <a:noFill/>
          </a:ln>
        </p:spPr>
        <p:txBody>
          <a:bodyPr lIns="0" tIns="0" rIns="0" bIns="0" anchor="t">
            <a:normAutofit/>
          </a:bodyPr>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It appears that commute does have an affect on Attrition, but it seems to level off between 15-20 miles in distance.</a:t>
            </a:r>
            <a:endParaRPr lang="en-US" sz="2400" b="0" u="none" strike="noStrike">
              <a:solidFill>
                <a:srgbClr val="000000"/>
              </a:solidFill>
              <a:effectLst/>
              <a:uFillTx/>
              <a:latin typeface="Arial"/>
            </a:endParaRPr>
          </a:p>
        </p:txBody>
      </p:sp>
      <p:pic>
        <p:nvPicPr>
          <p:cNvPr id="44" name=""/>
          <p:cNvPicPr/>
          <p:nvPr/>
        </p:nvPicPr>
        <p:blipFill>
          <a:blip r:embed="rId1"/>
          <a:stretch/>
        </p:blipFill>
        <p:spPr>
          <a:xfrm>
            <a:off x="4572000" y="1371600"/>
            <a:ext cx="5160600" cy="3696120"/>
          </a:xfrm>
          <a:prstGeom prst="rect">
            <a:avLst/>
          </a:prstGeom>
          <a:noFill/>
          <a:ln w="1800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5"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Age vs Total Working Years</a:t>
            </a:r>
            <a:endParaRPr lang="en-US" sz="3300" b="0" u="none" strike="noStrike">
              <a:solidFill>
                <a:srgbClr val="000000"/>
              </a:solidFill>
              <a:effectLst/>
              <a:uFillTx/>
              <a:latin typeface="Arial"/>
            </a:endParaRPr>
          </a:p>
        </p:txBody>
      </p:sp>
      <p:sp>
        <p:nvSpPr>
          <p:cNvPr id="46" name="PlaceHolder 2"/>
          <p:cNvSpPr>
            <a:spLocks noGrp="1"/>
          </p:cNvSpPr>
          <p:nvPr>
            <p:ph/>
          </p:nvPr>
        </p:nvSpPr>
        <p:spPr>
          <a:xfrm>
            <a:off x="504000" y="1326600"/>
            <a:ext cx="3839400" cy="3288240"/>
          </a:xfrm>
          <a:prstGeom prst="rect">
            <a:avLst/>
          </a:prstGeom>
          <a:noFill/>
          <a:ln w="0">
            <a:noFill/>
          </a:ln>
        </p:spPr>
        <p:txBody>
          <a:bodyPr lIns="0" tIns="0" rIns="0" bIns="0" anchor="t">
            <a:normAutofit lnSpcReduction="9999"/>
          </a:bodyPr>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We thought we would see a strong relationship in the data that would cause issues between employee age and total working years. It looks like there is a relationship, but the correlations is not nearly as strong as we though.</a:t>
            </a:r>
            <a:endParaRPr lang="en-US" sz="2400" b="0" u="none" strike="noStrike">
              <a:solidFill>
                <a:srgbClr val="000000"/>
              </a:solidFill>
              <a:effectLst/>
              <a:uFillTx/>
              <a:latin typeface="Arial"/>
            </a:endParaRPr>
          </a:p>
        </p:txBody>
      </p:sp>
      <p:pic>
        <p:nvPicPr>
          <p:cNvPr id="47" name=""/>
          <p:cNvPicPr/>
          <p:nvPr/>
        </p:nvPicPr>
        <p:blipFill>
          <a:blip r:embed="rId1"/>
          <a:stretch/>
        </p:blipFill>
        <p:spPr>
          <a:xfrm>
            <a:off x="4343400" y="1371600"/>
            <a:ext cx="5313960" cy="3805920"/>
          </a:xfrm>
          <a:prstGeom prst="rect">
            <a:avLst/>
          </a:prstGeom>
          <a:noFill/>
          <a:ln w="1800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Years at Company vs Total Working Years</a:t>
            </a:r>
            <a:endParaRPr lang="en-US" sz="3300" b="0" u="none" strike="noStrike">
              <a:solidFill>
                <a:srgbClr val="000000"/>
              </a:solidFill>
              <a:effectLst/>
              <a:uFillTx/>
              <a:latin typeface="Arial"/>
            </a:endParaRPr>
          </a:p>
        </p:txBody>
      </p:sp>
      <p:sp>
        <p:nvSpPr>
          <p:cNvPr id="49" name="PlaceHolder 2"/>
          <p:cNvSpPr>
            <a:spLocks noGrp="1"/>
          </p:cNvSpPr>
          <p:nvPr>
            <p:ph/>
          </p:nvPr>
        </p:nvSpPr>
        <p:spPr>
          <a:xfrm>
            <a:off x="504000" y="1326600"/>
            <a:ext cx="3852720" cy="3288240"/>
          </a:xfrm>
          <a:prstGeom prst="rect">
            <a:avLst/>
          </a:prstGeom>
          <a:noFill/>
          <a:ln w="0">
            <a:noFill/>
          </a:ln>
        </p:spPr>
        <p:txBody>
          <a:bodyPr lIns="0" tIns="0" rIns="0" bIns="0" anchor="t">
            <a:normAutofit/>
          </a:bodyPr>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It looks like there is a relationship between years at the company and working years, but not a very strong one.</a:t>
            </a:r>
            <a:endParaRPr lang="en-US" sz="2400" b="0" u="none" strike="noStrike">
              <a:solidFill>
                <a:srgbClr val="000000"/>
              </a:solidFill>
              <a:effectLst/>
              <a:uFillTx/>
              <a:latin typeface="Arial"/>
            </a:endParaRPr>
          </a:p>
        </p:txBody>
      </p:sp>
      <p:pic>
        <p:nvPicPr>
          <p:cNvPr id="50" name=""/>
          <p:cNvPicPr/>
          <p:nvPr/>
        </p:nvPicPr>
        <p:blipFill>
          <a:blip r:embed="rId1"/>
          <a:stretch/>
        </p:blipFill>
        <p:spPr>
          <a:xfrm>
            <a:off x="4356720" y="1242360"/>
            <a:ext cx="5244480" cy="3786840"/>
          </a:xfrm>
          <a:prstGeom prst="rect">
            <a:avLst/>
          </a:prstGeom>
          <a:noFill/>
          <a:ln w="1800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Education Field vs Job Role</a:t>
            </a:r>
            <a:endParaRPr lang="en-US" sz="3300" b="0" u="none" strike="noStrike">
              <a:solidFill>
                <a:srgbClr val="000000"/>
              </a:solidFill>
              <a:effectLst/>
              <a:uFillTx/>
              <a:latin typeface="Arial"/>
            </a:endParaRPr>
          </a:p>
        </p:txBody>
      </p:sp>
      <p:sp>
        <p:nvSpPr>
          <p:cNvPr id="52" name="PlaceHolder 2"/>
          <p:cNvSpPr>
            <a:spLocks noGrp="1"/>
          </p:cNvSpPr>
          <p:nvPr>
            <p:ph/>
          </p:nvPr>
        </p:nvSpPr>
        <p:spPr>
          <a:xfrm>
            <a:off x="504000" y="1326600"/>
            <a:ext cx="4504680" cy="3288240"/>
          </a:xfrm>
          <a:prstGeom prst="rect">
            <a:avLst/>
          </a:prstGeom>
          <a:noFill/>
          <a:ln w="0">
            <a:noFill/>
          </a:ln>
        </p:spPr>
        <p:txBody>
          <a:bodyPr lIns="0" tIns="0" rIns="0" bIns="0" anchor="t">
            <a:normAutofit fontScale="85000" lnSpcReduction="9999"/>
          </a:bodyPr>
          <a:p>
            <a:pPr marL="432000" indent="-324000" algn="l">
              <a:spcBef>
                <a:spcPts val="1191"/>
              </a:spcBef>
              <a:spcAft>
                <a:spcPts val="992"/>
              </a:spcAft>
              <a:buClr>
                <a:srgbClr val="000000"/>
              </a:buClr>
              <a:buSzPct val="45000"/>
              <a:buFont typeface="Wingdings" charset="2"/>
              <a:buChar char=""/>
            </a:pPr>
            <a:r>
              <a:rPr lang="en-US" sz="2000" b="0" u="none" strike="noStrike">
                <a:solidFill>
                  <a:srgbClr val="000000"/>
                </a:solidFill>
                <a:effectLst/>
                <a:uFillTx/>
                <a:latin typeface="Arial"/>
              </a:rPr>
              <a:t>The heatmap reveals a strong structural relationship between education field and job role, indicating that employees are not randomly distributed across roles. Instead, specific education backgrounds concentrate within particular job families. This dependency explains multicollinearity we later observed in the initial logistic regression model.</a:t>
            </a:r>
            <a:endParaRPr lang="en-US" sz="20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2000" b="0" u="none" strike="noStrike">
                <a:solidFill>
                  <a:srgbClr val="000000"/>
                </a:solidFill>
                <a:effectLst/>
                <a:uFillTx/>
                <a:latin typeface="Arial"/>
              </a:rPr>
              <a:t>Attrition varies more meaningfully across job roles than across education fields, suggesting that occupational role is a stronger predictor of turnover than educational background.</a:t>
            </a:r>
            <a:endParaRPr lang="en-US" sz="2000" b="0" u="none" strike="noStrike">
              <a:solidFill>
                <a:srgbClr val="000000"/>
              </a:solidFill>
              <a:effectLst/>
              <a:uFillTx/>
              <a:latin typeface="Arial"/>
            </a:endParaRPr>
          </a:p>
        </p:txBody>
      </p:sp>
      <p:pic>
        <p:nvPicPr>
          <p:cNvPr id="53" name=""/>
          <p:cNvPicPr/>
          <p:nvPr/>
        </p:nvPicPr>
        <p:blipFill>
          <a:blip r:embed="rId1"/>
          <a:stretch/>
        </p:blipFill>
        <p:spPr>
          <a:xfrm>
            <a:off x="5008680" y="1600200"/>
            <a:ext cx="4821120" cy="3284640"/>
          </a:xfrm>
          <a:prstGeom prst="rect">
            <a:avLst/>
          </a:prstGeom>
          <a:noFill/>
          <a:ln w="1800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Number of Companies and Attrition</a:t>
            </a:r>
            <a:endParaRPr lang="en-US" sz="3300" b="0" u="none" strike="noStrike">
              <a:solidFill>
                <a:srgbClr val="000000"/>
              </a:solidFill>
              <a:effectLst/>
              <a:uFillTx/>
              <a:latin typeface="Arial"/>
            </a:endParaRPr>
          </a:p>
        </p:txBody>
      </p:sp>
      <p:sp>
        <p:nvSpPr>
          <p:cNvPr id="55" name="PlaceHolder 2"/>
          <p:cNvSpPr>
            <a:spLocks noGrp="1"/>
          </p:cNvSpPr>
          <p:nvPr>
            <p:ph/>
          </p:nvPr>
        </p:nvSpPr>
        <p:spPr>
          <a:xfrm>
            <a:off x="504000" y="1326600"/>
            <a:ext cx="5073120" cy="3288240"/>
          </a:xfrm>
          <a:prstGeom prst="rect">
            <a:avLst/>
          </a:prstGeom>
          <a:noFill/>
          <a:ln w="0">
            <a:noFill/>
          </a:ln>
        </p:spPr>
        <p:txBody>
          <a:bodyPr lIns="0" tIns="0" rIns="0" bIns="0" anchor="t">
            <a:normAutofit/>
          </a:bodyPr>
          <a:p>
            <a:pPr marL="432000" indent="-324000" algn="l">
              <a:spcBef>
                <a:spcPts val="1191"/>
              </a:spcBef>
              <a:spcAft>
                <a:spcPts val="992"/>
              </a:spcAft>
              <a:buClr>
                <a:srgbClr val="000000"/>
              </a:buClr>
              <a:buSzPct val="45000"/>
              <a:buFont typeface="Wingdings" charset="2"/>
              <a:buChar char=""/>
            </a:pPr>
            <a:r>
              <a:rPr lang="en-US" sz="2000" b="0" u="none" strike="noStrike">
                <a:solidFill>
                  <a:srgbClr val="000000"/>
                </a:solidFill>
                <a:effectLst/>
                <a:uFillTx/>
                <a:latin typeface="Arial"/>
              </a:rPr>
              <a:t>This shows that employees that have worked at more companies are more likely to leave. This could be explained by the fact that employees that have worked at more companies are more likely to be looking for new opportunities, or be closer to retirement. </a:t>
            </a:r>
            <a:endParaRPr lang="en-US" sz="2000" b="0" u="none" strike="noStrike">
              <a:solidFill>
                <a:srgbClr val="000000"/>
              </a:solidFill>
              <a:effectLst/>
              <a:uFillTx/>
              <a:latin typeface="Arial"/>
            </a:endParaRPr>
          </a:p>
        </p:txBody>
      </p:sp>
      <p:pic>
        <p:nvPicPr>
          <p:cNvPr id="56" name=""/>
          <p:cNvPicPr/>
          <p:nvPr/>
        </p:nvPicPr>
        <p:blipFill>
          <a:blip r:embed="rId1"/>
          <a:stretch/>
        </p:blipFill>
        <p:spPr>
          <a:xfrm>
            <a:off x="5577120" y="1349640"/>
            <a:ext cx="4252680" cy="3222360"/>
          </a:xfrm>
          <a:prstGeom prst="rect">
            <a:avLst/>
          </a:prstGeom>
          <a:noFill/>
          <a:ln w="18000">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Model Analysis</a:t>
            </a:r>
            <a:endParaRPr lang="en-US" sz="3300" b="0" u="none" strike="noStrike">
              <a:solidFill>
                <a:srgbClr val="000000"/>
              </a:solidFill>
              <a:effectLst/>
              <a:uFillTx/>
              <a:latin typeface="Arial"/>
            </a:endParaRPr>
          </a:p>
        </p:txBody>
      </p:sp>
      <p:sp>
        <p:nvSpPr>
          <p:cNvPr id="58" name="PlaceHolder 2"/>
          <p:cNvSpPr>
            <a:spLocks noGrp="1"/>
          </p:cNvSpPr>
          <p:nvPr>
            <p:ph/>
          </p:nvPr>
        </p:nvSpPr>
        <p:spPr>
          <a:xfrm>
            <a:off x="504000" y="1326600"/>
            <a:ext cx="9072000" cy="3288240"/>
          </a:xfrm>
          <a:prstGeom prst="rect">
            <a:avLst/>
          </a:prstGeom>
          <a:noFill/>
          <a:ln w="0">
            <a:noFill/>
          </a:ln>
        </p:spPr>
        <p:txBody>
          <a:bodyPr lIns="0" tIns="0" rIns="0" bIns="0" anchor="t">
            <a:normAutofit fontScale="85000" lnSpcReduction="9999"/>
          </a:bodyPr>
          <a:p>
            <a:pPr marL="432000" indent="-324000" algn="l">
              <a:spcBef>
                <a:spcPts val="1191"/>
              </a:spcBef>
              <a:spcAft>
                <a:spcPts val="992"/>
              </a:spcAft>
              <a:buClr>
                <a:srgbClr val="000000"/>
              </a:buClr>
              <a:buSzPct val="45000"/>
              <a:buFont typeface="Wingdings" charset="2"/>
              <a:buChar char=""/>
            </a:pPr>
            <a:r>
              <a:rPr lang="en-US" sz="2400" b="0" u="none" strike="noStrike">
                <a:solidFill>
                  <a:srgbClr val="000000"/>
                </a:solidFill>
                <a:effectLst/>
                <a:uFillTx/>
                <a:latin typeface="Arial"/>
              </a:rPr>
              <a:t>Elastic Net achieved the highest cross-validated business utility (tied with Ridge), the highest overall accuracy, and the highest precision while maintaining an AUC comparable to the other models. Although Ridge produced slightly higher recall, the difference was small. Therefore, Elastic Net was selected as the final model because it provided the best overall balance of predictive performance and business value.</a:t>
            </a:r>
            <a:endParaRPr lang="en-US" sz="2400" b="0" u="none" strike="noStrike">
              <a:solidFill>
                <a:srgbClr val="000000"/>
              </a:solidFill>
              <a:effectLst/>
              <a:uFillTx/>
              <a:latin typeface="Arial"/>
            </a:endParaRPr>
          </a:p>
          <a:p>
            <a:pPr marL="432000" indent="-324000" algn="l">
              <a:spcBef>
                <a:spcPts val="1191"/>
              </a:spcBef>
              <a:spcAft>
                <a:spcPts val="992"/>
              </a:spcAft>
              <a:buClr>
                <a:srgbClr val="000000"/>
              </a:buClr>
              <a:buSzPct val="45000"/>
              <a:buFont typeface="Wingdings" charset="2"/>
              <a:buChar char=""/>
            </a:pPr>
            <a:r>
              <a:rPr lang="en-US" sz="2400" b="0" u="none" strike="noStrike">
                <a:solidFill>
                  <a:srgbClr val="000000"/>
                </a:solidFill>
                <a:effectLst/>
                <a:uFillTx/>
                <a:latin typeface="Arial"/>
              </a:rPr>
              <a:t>The similarity in performance suggests that the employee attrition dataset contains a relatively stable set of predictors with limited multi-collinearity. Consequently, the choice of regularization method had only a modest impact on predictive performance. Our removal from the data of some predictors where we saw or predicted multicollinearity may have also contributed.</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Important Continuous Predictors</a:t>
            </a:r>
            <a:endParaRPr lang="en-US" sz="3300" b="0" u="none" strike="noStrike">
              <a:solidFill>
                <a:srgbClr val="000000"/>
              </a:solidFill>
              <a:effectLst/>
              <a:uFillTx/>
              <a:latin typeface="Arial"/>
            </a:endParaRPr>
          </a:p>
        </p:txBody>
      </p:sp>
      <p:sp>
        <p:nvSpPr>
          <p:cNvPr id="60" name="PlaceHolder 2"/>
          <p:cNvSpPr>
            <a:spLocks noGrp="1"/>
          </p:cNvSpPr>
          <p:nvPr>
            <p:ph/>
          </p:nvPr>
        </p:nvSpPr>
        <p:spPr>
          <a:xfrm>
            <a:off x="504000" y="1326600"/>
            <a:ext cx="9072000" cy="3931200"/>
          </a:xfrm>
          <a:prstGeom prst="rect">
            <a:avLst/>
          </a:prstGeom>
          <a:noFill/>
          <a:ln w="0">
            <a:noFill/>
          </a:ln>
        </p:spPr>
        <p:txBody>
          <a:bodyPr lIns="0" tIns="0" rIns="0" bIns="0" anchor="t">
            <a:normAutofit fontScale="77500" lnSpcReduction="19999"/>
          </a:bodyPr>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Overtime</a:t>
            </a:r>
            <a:endParaRPr lang="en-US" sz="2400" b="0" u="none" strike="noStrike">
              <a:solidFill>
                <a:srgbClr val="000000"/>
              </a:solidFill>
              <a:effectLst/>
              <a:uFillTx/>
              <a:latin typeface="Arial"/>
            </a:endParaRPr>
          </a:p>
          <a:p>
            <a:pPr marL="864000" lvl="1" indent="-324000" algn="l">
              <a:spcBef>
                <a:spcPts val="850"/>
              </a:spcBef>
              <a:buClr>
                <a:srgbClr val="000000"/>
              </a:buClr>
              <a:buSzPct val="75000"/>
              <a:buFont typeface="Symbol" charset="2"/>
              <a:buChar char=""/>
            </a:pPr>
            <a:r>
              <a:rPr lang="en-US" sz="2100" b="0" u="none" strike="noStrike">
                <a:solidFill>
                  <a:srgbClr val="000000"/>
                </a:solidFill>
                <a:effectLst/>
                <a:uFillTx/>
                <a:latin typeface="Arial"/>
              </a:rPr>
              <a:t>Employees working overtime have roughly 8 times the odds of attrition compared with employees who do not, holding the other variables constant:</a:t>
            </a:r>
            <a:endParaRPr lang="en-US" sz="2100" b="0" u="none" strike="noStrike">
              <a:solidFill>
                <a:srgbClr val="000000"/>
              </a:solidFill>
              <a:effectLst/>
              <a:uFillTx/>
              <a:latin typeface="Arial"/>
            </a:endParaRPr>
          </a:p>
          <a:p>
            <a:pPr marL="1296000" lvl="2" indent="-288000" algn="l">
              <a:spcBef>
                <a:spcPts val="1191"/>
              </a:spcBef>
              <a:spcAft>
                <a:spcPts val="992"/>
              </a:spcAft>
              <a:buClr>
                <a:srgbClr val="000000"/>
              </a:buClr>
              <a:buSzPct val="45000"/>
              <a:buFont typeface="Wingdings" charset="2"/>
              <a:buChar char=""/>
            </a:pPr>
            <a:r>
              <a:rPr lang="en-US" sz="1800" b="0" u="none" strike="noStrike">
                <a:solidFill>
                  <a:srgbClr val="000000"/>
                </a:solidFill>
                <a:effectLst/>
                <a:uFillTx/>
                <a:latin typeface="Arial"/>
              </a:rPr>
              <a:t>E^2.07 ≈ 7.95</a:t>
            </a:r>
            <a:endParaRPr lang="en-US" sz="1800" b="0" u="none" strike="noStrike">
              <a:solidFill>
                <a:srgbClr val="000000"/>
              </a:solidFill>
              <a:effectLst/>
              <a:uFillTx/>
              <a:latin typeface="Arial"/>
            </a:endParaRPr>
          </a:p>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Business Travel</a:t>
            </a:r>
            <a:endParaRPr lang="en-US" sz="2400" b="0" u="none" strike="noStrike">
              <a:solidFill>
                <a:srgbClr val="000000"/>
              </a:solidFill>
              <a:effectLst/>
              <a:uFillTx/>
              <a:latin typeface="Arial"/>
            </a:endParaRPr>
          </a:p>
          <a:p>
            <a:pPr marL="864000" lvl="1" indent="-324000" algn="l">
              <a:spcBef>
                <a:spcPts val="850"/>
              </a:spcBef>
              <a:buClr>
                <a:srgbClr val="000000"/>
              </a:buClr>
              <a:buSzPct val="75000"/>
              <a:buFont typeface="Symbol" charset="2"/>
              <a:buChar char=""/>
            </a:pPr>
            <a:r>
              <a:rPr lang="en-US" sz="2100" b="0" u="none" strike="noStrike">
                <a:solidFill>
                  <a:srgbClr val="000000"/>
                </a:solidFill>
                <a:effectLst/>
                <a:uFillTx/>
                <a:latin typeface="Arial"/>
              </a:rPr>
              <a:t>Employees traveling frequently have roughly 7.5 times the odds of attrition compared to employees who do not travel, holding the other variables constant:</a:t>
            </a:r>
            <a:endParaRPr lang="en-US" sz="2100" b="0" u="none" strike="noStrike">
              <a:solidFill>
                <a:srgbClr val="000000"/>
              </a:solidFill>
              <a:effectLst/>
              <a:uFillTx/>
              <a:latin typeface="Arial"/>
            </a:endParaRPr>
          </a:p>
          <a:p>
            <a:pPr marL="1296000" lvl="2" indent="-288000" algn="l">
              <a:spcBef>
                <a:spcPts val="1191"/>
              </a:spcBef>
              <a:spcAft>
                <a:spcPts val="992"/>
              </a:spcAft>
              <a:buClr>
                <a:srgbClr val="000000"/>
              </a:buClr>
              <a:buSzPct val="45000"/>
              <a:buFont typeface="Wingdings" charset="2"/>
              <a:buChar char=""/>
            </a:pPr>
            <a:r>
              <a:rPr lang="en-US" sz="1800" b="0" u="none" strike="noStrike">
                <a:solidFill>
                  <a:srgbClr val="000000"/>
                </a:solidFill>
                <a:effectLst/>
                <a:uFillTx/>
                <a:latin typeface="Arial"/>
              </a:rPr>
              <a:t>E^2.02 ≈ 7.5</a:t>
            </a:r>
            <a:endParaRPr lang="en-US" sz="1800" b="0" u="none" strike="noStrike">
              <a:solidFill>
                <a:srgbClr val="000000"/>
              </a:solidFill>
              <a:effectLst/>
              <a:uFillTx/>
              <a:latin typeface="Arial"/>
            </a:endParaRPr>
          </a:p>
          <a:p>
            <a:pPr marL="864000" lvl="1" indent="-324000" algn="l">
              <a:spcBef>
                <a:spcPts val="850"/>
              </a:spcBef>
              <a:buClr>
                <a:srgbClr val="000000"/>
              </a:buClr>
              <a:buSzPct val="75000"/>
              <a:buFont typeface="Symbol" charset="2"/>
              <a:buChar char=""/>
            </a:pPr>
            <a:r>
              <a:rPr lang="en-US" sz="1800" b="0" u="none" strike="noStrike">
                <a:solidFill>
                  <a:srgbClr val="000000"/>
                </a:solidFill>
                <a:effectLst/>
                <a:uFillTx/>
                <a:latin typeface="Arial"/>
              </a:rPr>
              <a:t>Employees traveling rarely also have roughly 2.9 times the odds of attrition compared to employees who do not travel, holding the other variables constant:</a:t>
            </a:r>
            <a:endParaRPr lang="en-US" sz="1800" b="0" u="none" strike="noStrike">
              <a:solidFill>
                <a:srgbClr val="000000"/>
              </a:solidFill>
              <a:effectLst/>
              <a:uFillTx/>
              <a:latin typeface="Arial"/>
            </a:endParaRPr>
          </a:p>
          <a:p>
            <a:pPr marL="1296000" lvl="2" indent="-288000" algn="l">
              <a:spcBef>
                <a:spcPts val="1191"/>
              </a:spcBef>
              <a:spcAft>
                <a:spcPts val="992"/>
              </a:spcAft>
              <a:buClr>
                <a:srgbClr val="000000"/>
              </a:buClr>
              <a:buSzPct val="45000"/>
              <a:buFont typeface="Wingdings" charset="2"/>
              <a:buChar char=""/>
            </a:pPr>
            <a:r>
              <a:rPr lang="en-US" sz="1800" b="0" u="none" strike="noStrike">
                <a:solidFill>
                  <a:srgbClr val="000000"/>
                </a:solidFill>
                <a:effectLst/>
                <a:uFillTx/>
                <a:latin typeface="Arial"/>
              </a:rPr>
              <a:t>E^1.05 ≈ 2.9</a:t>
            </a:r>
            <a:endParaRPr lang="en-US" sz="1800" b="0" u="none" strike="noStrike">
              <a:solidFill>
                <a:srgbClr val="000000"/>
              </a:solidFill>
              <a:effectLst/>
              <a:uFillTx/>
              <a:latin typeface="Arial"/>
            </a:endParaRPr>
          </a:p>
          <a:p>
            <a:pPr marL="432000" indent="-324000" algn="l">
              <a:spcBef>
                <a:spcPts val="1060"/>
              </a:spcBef>
              <a:buClr>
                <a:srgbClr val="000000"/>
              </a:buClr>
              <a:buSzPct val="45000"/>
              <a:buFont typeface="Wingdings" charset="2"/>
              <a:buChar char=""/>
            </a:pPr>
            <a:r>
              <a:rPr lang="en-US" sz="2400" b="0" u="none" strike="noStrike">
                <a:solidFill>
                  <a:srgbClr val="000000"/>
                </a:solidFill>
                <a:effectLst/>
                <a:uFillTx/>
                <a:latin typeface="Arial"/>
              </a:rPr>
              <a:t>Marital Status</a:t>
            </a:r>
            <a:endParaRPr lang="en-US" sz="2400" b="0" u="none" strike="noStrike">
              <a:solidFill>
                <a:srgbClr val="000000"/>
              </a:solidFill>
              <a:effectLst/>
              <a:uFillTx/>
              <a:latin typeface="Arial"/>
            </a:endParaRPr>
          </a:p>
          <a:p>
            <a:pPr marL="864000" lvl="1" indent="-324000" algn="l">
              <a:spcBef>
                <a:spcPts val="850"/>
              </a:spcBef>
              <a:buClr>
                <a:srgbClr val="000000"/>
              </a:buClr>
              <a:buSzPct val="75000"/>
              <a:buFont typeface="Symbol" charset="2"/>
              <a:buChar char=""/>
            </a:pPr>
            <a:r>
              <a:rPr lang="en-US" sz="2100" b="0" u="none" strike="noStrike">
                <a:solidFill>
                  <a:srgbClr val="000000"/>
                </a:solidFill>
                <a:effectLst/>
                <a:uFillTx/>
                <a:latin typeface="Arial"/>
              </a:rPr>
              <a:t>Single employees have roughly 5 times the odds of attrition compared to divorced employees, holding the over variables constant:</a:t>
            </a:r>
            <a:endParaRPr lang="en-US" sz="2100" b="0" u="none" strike="noStrike">
              <a:solidFill>
                <a:srgbClr val="000000"/>
              </a:solidFill>
              <a:effectLst/>
              <a:uFillTx/>
              <a:latin typeface="Arial"/>
            </a:endParaRPr>
          </a:p>
          <a:p>
            <a:pPr marL="1296000" lvl="2" indent="-288000" algn="l">
              <a:spcBef>
                <a:spcPts val="1191"/>
              </a:spcBef>
              <a:spcAft>
                <a:spcPts val="992"/>
              </a:spcAft>
              <a:buClr>
                <a:srgbClr val="000000"/>
              </a:buClr>
              <a:buSzPct val="45000"/>
              <a:buFont typeface="Wingdings" charset="2"/>
              <a:buChar char=""/>
            </a:pPr>
            <a:r>
              <a:rPr lang="en-US" sz="1800" b="0" u="none" strike="noStrike">
                <a:solidFill>
                  <a:srgbClr val="000000"/>
                </a:solidFill>
                <a:effectLst/>
                <a:uFillTx/>
                <a:latin typeface="Arial"/>
              </a:rPr>
              <a:t>E^1.60 ≈ 5</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 name="PlaceHolder 1"/>
          <p:cNvSpPr>
            <a:spLocks noGrp="1"/>
          </p:cNvSpPr>
          <p:nvPr>
            <p:ph type="title"/>
          </p:nvPr>
        </p:nvSpPr>
        <p:spPr>
          <a:xfrm>
            <a:off x="504000" y="225720"/>
            <a:ext cx="9072000" cy="946800"/>
          </a:xfrm>
          <a:prstGeom prst="rect">
            <a:avLst/>
          </a:prstGeom>
          <a:noFill/>
          <a:ln w="0">
            <a:noFill/>
          </a:ln>
        </p:spPr>
        <p:txBody>
          <a:bodyPr lIns="0" tIns="0" rIns="0" bIns="0" anchor="ctr">
            <a:spAutoFit/>
          </a:bodyPr>
          <a:p>
            <a:pPr indent="0" algn="ctr">
              <a:buNone/>
            </a:pPr>
            <a:r>
              <a:rPr lang="en-US" sz="3300" b="0" u="none" strike="noStrike">
                <a:solidFill>
                  <a:srgbClr val="000000"/>
                </a:solidFill>
                <a:effectLst/>
                <a:uFillTx/>
                <a:latin typeface="Arial"/>
              </a:rPr>
              <a:t>Conclusion</a:t>
            </a:r>
            <a:endParaRPr lang="en-US" sz="3300" b="0" u="none" strike="noStrike">
              <a:solidFill>
                <a:srgbClr val="000000"/>
              </a:solidFill>
              <a:effectLst/>
              <a:uFillTx/>
              <a:latin typeface="Arial"/>
            </a:endParaRPr>
          </a:p>
        </p:txBody>
      </p:sp>
      <p:sp>
        <p:nvSpPr>
          <p:cNvPr id="62" name="PlaceHolder 2"/>
          <p:cNvSpPr>
            <a:spLocks noGrp="1"/>
          </p:cNvSpPr>
          <p:nvPr>
            <p:ph/>
          </p:nvPr>
        </p:nvSpPr>
        <p:spPr>
          <a:xfrm>
            <a:off x="504000" y="1326600"/>
            <a:ext cx="9072000" cy="3288240"/>
          </a:xfrm>
          <a:prstGeom prst="rect">
            <a:avLst/>
          </a:prstGeom>
          <a:noFill/>
          <a:ln w="0">
            <a:noFill/>
          </a:ln>
        </p:spPr>
        <p:txBody>
          <a:bodyPr lIns="0" tIns="0" rIns="0" bIns="0" anchor="t">
            <a:normAutofit/>
          </a:bodyPr>
          <a:p>
            <a:pPr indent="0" algn="l">
              <a:spcBef>
                <a:spcPts val="1060"/>
              </a:spcBef>
              <a:buNone/>
            </a:pP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30</TotalTime>
  <Application>LibreOffice/26.2.4.2$Linux_X86_64 LibreOffice_project/620$Build-2</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2026-07-21T18:18:30Z</dcterms:created>
  <dc:creator/>
  <dc:description>This work is licensed under a Creative Commons Attribution-ShareAlike 3.0 Unported License.
It makes use of the works of Mateus Machado Luna.
SVG pictures were made by Rizmut.</dc:description>
  <dc:language>en-US</dc:language>
  <cp:lastModifiedBy/>
  <dcterms:modified xsi:type="dcterms:W3CDTF">2026-07-21T19:39:29Z</dcterms:modified>
  <cp:revision>6</cp:revision>
  <dc:subject/>
  <dc:title>Blueprint Plans</dc:title>
</cp:coreProperties>
</file>